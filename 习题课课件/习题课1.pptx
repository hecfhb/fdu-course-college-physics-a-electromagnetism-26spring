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76" r:id="rId4"/>
    <p:sldId id="277" r:id="rId5"/>
    <p:sldId id="278" r:id="rId6"/>
    <p:sldId id="279" r:id="rId7"/>
    <p:sldId id="280" r:id="rId8"/>
    <p:sldId id="281" r:id="rId9"/>
    <p:sldId id="293" r:id="rId10"/>
    <p:sldId id="282" r:id="rId11"/>
    <p:sldId id="283" r:id="rId12"/>
    <p:sldId id="284" r:id="rId14"/>
    <p:sldId id="257" r:id="rId15"/>
    <p:sldId id="258" r:id="rId16"/>
    <p:sldId id="259" r:id="rId17"/>
    <p:sldId id="262" r:id="rId18"/>
    <p:sldId id="285" r:id="rId19"/>
    <p:sldId id="286" r:id="rId20"/>
    <p:sldId id="263" r:id="rId21"/>
    <p:sldId id="260" r:id="rId22"/>
    <p:sldId id="266" r:id="rId23"/>
    <p:sldId id="267" r:id="rId24"/>
    <p:sldId id="269" r:id="rId25"/>
    <p:sldId id="268" r:id="rId26"/>
    <p:sldId id="287" r:id="rId27"/>
    <p:sldId id="288" r:id="rId28"/>
    <p:sldId id="274" r:id="rId29"/>
    <p:sldId id="271" r:id="rId30"/>
    <p:sldId id="292" r:id="rId31"/>
    <p:sldId id="273" r:id="rId32"/>
    <p:sldId id="290" r:id="rId33"/>
    <p:sldId id="29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image" Target="../media/image68.wmf"/><Relationship Id="rId7" Type="http://schemas.openxmlformats.org/officeDocument/2006/relationships/image" Target="../media/image67.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1" Type="http://schemas.openxmlformats.org/officeDocument/2006/relationships/image" Target="../media/image71.wmf"/><Relationship Id="rId10" Type="http://schemas.openxmlformats.org/officeDocument/2006/relationships/image" Target="../media/image70.wmf"/><Relationship Id="rId1" Type="http://schemas.openxmlformats.org/officeDocument/2006/relationships/image" Target="../media/image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1" Type="http://schemas.openxmlformats.org/officeDocument/2006/relationships/slideLayout" Target="../slideLayouts/slideLayout7.xml"/><Relationship Id="rId10" Type="http://schemas.openxmlformats.org/officeDocument/2006/relationships/image" Target="../media/image24.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image" Target="../media/image38.w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4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image" Target="../media/image4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25.x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oleObject" Target="../embeddings/oleObject3.bin"/><Relationship Id="rId7" Type="http://schemas.openxmlformats.org/officeDocument/2006/relationships/image" Target="../media/image62.wmf"/><Relationship Id="rId6" Type="http://schemas.openxmlformats.org/officeDocument/2006/relationships/oleObject" Target="../embeddings/oleObject2.bin"/><Relationship Id="rId5" Type="http://schemas.openxmlformats.org/officeDocument/2006/relationships/image" Target="../media/image61.wmf"/><Relationship Id="rId4" Type="http://schemas.openxmlformats.org/officeDocument/2006/relationships/oleObject" Target="../embeddings/oleObject1.bin"/><Relationship Id="rId3" Type="http://schemas.openxmlformats.org/officeDocument/2006/relationships/image" Target="../media/image60.png"/><Relationship Id="rId27" Type="http://schemas.openxmlformats.org/officeDocument/2006/relationships/vmlDrawing" Target="../drawings/vmlDrawing1.vml"/><Relationship Id="rId26" Type="http://schemas.openxmlformats.org/officeDocument/2006/relationships/slideLayout" Target="../slideLayouts/slideLayout7.xml"/><Relationship Id="rId25" Type="http://schemas.openxmlformats.org/officeDocument/2006/relationships/image" Target="../media/image71.wmf"/><Relationship Id="rId24" Type="http://schemas.openxmlformats.org/officeDocument/2006/relationships/oleObject" Target="../embeddings/oleObject11.bin"/><Relationship Id="rId23" Type="http://schemas.openxmlformats.org/officeDocument/2006/relationships/image" Target="../media/image70.wmf"/><Relationship Id="rId22" Type="http://schemas.openxmlformats.org/officeDocument/2006/relationships/oleObject" Target="../embeddings/oleObject10.bin"/><Relationship Id="rId21" Type="http://schemas.openxmlformats.org/officeDocument/2006/relationships/image" Target="../media/image69.wmf"/><Relationship Id="rId20" Type="http://schemas.openxmlformats.org/officeDocument/2006/relationships/oleObject" Target="../embeddings/oleObject9.bin"/><Relationship Id="rId2" Type="http://schemas.openxmlformats.org/officeDocument/2006/relationships/image" Target="../media/image59.png"/><Relationship Id="rId19" Type="http://schemas.openxmlformats.org/officeDocument/2006/relationships/image" Target="../media/image68.wmf"/><Relationship Id="rId18" Type="http://schemas.openxmlformats.org/officeDocument/2006/relationships/oleObject" Target="../embeddings/oleObject8.bin"/><Relationship Id="rId17" Type="http://schemas.openxmlformats.org/officeDocument/2006/relationships/image" Target="../media/image67.wmf"/><Relationship Id="rId16" Type="http://schemas.openxmlformats.org/officeDocument/2006/relationships/oleObject" Target="../embeddings/oleObject7.bin"/><Relationship Id="rId15" Type="http://schemas.openxmlformats.org/officeDocument/2006/relationships/image" Target="../media/image66.wmf"/><Relationship Id="rId14" Type="http://schemas.openxmlformats.org/officeDocument/2006/relationships/oleObject" Target="../embeddings/oleObject6.bin"/><Relationship Id="rId13" Type="http://schemas.openxmlformats.org/officeDocument/2006/relationships/image" Target="../media/image65.wmf"/><Relationship Id="rId12" Type="http://schemas.openxmlformats.org/officeDocument/2006/relationships/oleObject" Target="../embeddings/oleObject5.bin"/><Relationship Id="rId11" Type="http://schemas.openxmlformats.org/officeDocument/2006/relationships/image" Target="../media/image64.wmf"/><Relationship Id="rId10" Type="http://schemas.openxmlformats.org/officeDocument/2006/relationships/oleObject" Target="../embeddings/oleObject4.bin"/><Relationship Id="rId1" Type="http://schemas.openxmlformats.org/officeDocument/2006/relationships/image" Target="../media/image58.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电磁学习题课</a:t>
            </a:r>
            <a:r>
              <a:rPr lang="en-US" altLang="zh-CN"/>
              <a:t>1</a:t>
            </a:r>
            <a:endParaRPr lang="en-US" altLang="zh-CN"/>
          </a:p>
        </p:txBody>
      </p:sp>
      <p:sp>
        <p:nvSpPr>
          <p:cNvPr id="3" name="副标题 2"/>
          <p:cNvSpPr>
            <a:spLocks noGrp="1"/>
          </p:cNvSpPr>
          <p:nvPr>
            <p:ph type="subTitle" idx="1"/>
          </p:nvPr>
        </p:nvSpPr>
        <p:spPr/>
        <p:txBody>
          <a:bodyPr/>
          <a:p>
            <a:r>
              <a:rPr lang="en-US" altLang="zh-CN"/>
              <a:t>2026/3/13</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64490" y="83185"/>
            <a:ext cx="10515600" cy="1325563"/>
          </a:xfrm>
        </p:spPr>
        <p:txBody>
          <a:bodyPr/>
          <a:p>
            <a:r>
              <a:rPr lang="zh-CN" altLang="en-US" sz="3600"/>
              <a:t>矢量的点乘与叉乘</a:t>
            </a:r>
            <a:endParaRPr lang="zh-CN" altLang="en-US" sz="3600"/>
          </a:p>
        </p:txBody>
      </p:sp>
      <p:sp>
        <p:nvSpPr>
          <p:cNvPr id="5" name="内容占位符 4"/>
          <p:cNvSpPr>
            <a:spLocks noGrp="1"/>
          </p:cNvSpPr>
          <p:nvPr>
            <p:ph idx="1"/>
          </p:nvPr>
        </p:nvSpPr>
        <p:spPr>
          <a:xfrm>
            <a:off x="838200" y="1744980"/>
            <a:ext cx="10515600" cy="4351338"/>
          </a:xfrm>
        </p:spPr>
        <p:txBody>
          <a:bodyPr/>
          <a:p>
            <a:r>
              <a:rPr lang="zh-CN" altLang="en-US">
                <a:sym typeface="+mn-ea"/>
              </a:rPr>
              <a:t>点乘：结果为标量</a:t>
            </a:r>
            <a:endParaRPr lang="zh-CN" altLang="en-US">
              <a:sym typeface="+mn-ea"/>
            </a:endParaRPr>
          </a:p>
          <a:p>
            <a:pPr marL="0" indent="0">
              <a:buNone/>
            </a:pPr>
            <a:endParaRPr lang="zh-CN" altLang="en-US">
              <a:sym typeface="+mn-ea"/>
            </a:endParaRPr>
          </a:p>
          <a:p>
            <a:pPr marL="0" indent="0">
              <a:buNone/>
            </a:pPr>
            <a:endParaRPr lang="zh-CN" altLang="en-US">
              <a:sym typeface="+mn-ea"/>
            </a:endParaRPr>
          </a:p>
          <a:p>
            <a:r>
              <a:rPr lang="zh-CN" altLang="en-US">
                <a:sym typeface="+mn-ea"/>
              </a:rPr>
              <a:t>叉乘：结果仍为矢量</a:t>
            </a:r>
            <a:endParaRPr lang="zh-CN" altLang="en-US">
              <a:sym typeface="+mn-ea"/>
            </a:endParaRPr>
          </a:p>
        </p:txBody>
      </p:sp>
      <p:pic>
        <p:nvPicPr>
          <p:cNvPr id="7" name="图片 6"/>
          <p:cNvPicPr>
            <a:picLocks noChangeAspect="1"/>
          </p:cNvPicPr>
          <p:nvPr/>
        </p:nvPicPr>
        <p:blipFill>
          <a:blip r:embed="rId1"/>
          <a:stretch>
            <a:fillRect/>
          </a:stretch>
        </p:blipFill>
        <p:spPr>
          <a:xfrm>
            <a:off x="1081405" y="4120515"/>
            <a:ext cx="4182745" cy="2122805"/>
          </a:xfrm>
          <a:prstGeom prst="rect">
            <a:avLst/>
          </a:prstGeom>
        </p:spPr>
      </p:pic>
      <p:sp>
        <p:nvSpPr>
          <p:cNvPr id="8" name="文本框 7"/>
          <p:cNvSpPr txBox="1"/>
          <p:nvPr/>
        </p:nvSpPr>
        <p:spPr>
          <a:xfrm>
            <a:off x="5264150" y="2939415"/>
            <a:ext cx="3778250" cy="1383665"/>
          </a:xfrm>
          <a:prstGeom prst="rect">
            <a:avLst/>
          </a:prstGeom>
          <a:noFill/>
        </p:spPr>
        <p:txBody>
          <a:bodyPr wrap="square" rtlCol="0">
            <a:spAutoFit/>
          </a:bodyPr>
          <a:p>
            <a:r>
              <a:rPr lang="zh-CN" altLang="en-US" sz="2800"/>
              <a:t>大小：</a:t>
            </a:r>
            <a:endParaRPr lang="zh-CN" altLang="en-US" sz="2800"/>
          </a:p>
          <a:p>
            <a:endParaRPr lang="zh-CN" altLang="en-US" sz="2800"/>
          </a:p>
          <a:p>
            <a:r>
              <a:rPr lang="zh-CN" altLang="en-US" sz="2800"/>
              <a:t>方向：右手螺旋定则</a:t>
            </a:r>
            <a:endParaRPr lang="zh-CN" altLang="en-US" sz="2800"/>
          </a:p>
        </p:txBody>
      </p:sp>
      <p:pic>
        <p:nvPicPr>
          <p:cNvPr id="10" name="图片 9"/>
          <p:cNvPicPr>
            <a:picLocks noChangeAspect="1"/>
          </p:cNvPicPr>
          <p:nvPr/>
        </p:nvPicPr>
        <p:blipFill>
          <a:blip r:embed="rId2"/>
          <a:stretch>
            <a:fillRect/>
          </a:stretch>
        </p:blipFill>
        <p:spPr>
          <a:xfrm>
            <a:off x="8381365" y="945515"/>
            <a:ext cx="2972435" cy="1906270"/>
          </a:xfrm>
          <a:prstGeom prst="rect">
            <a:avLst/>
          </a:prstGeom>
        </p:spPr>
      </p:pic>
      <p:pic>
        <p:nvPicPr>
          <p:cNvPr id="13" name="图片 12"/>
          <p:cNvPicPr>
            <a:picLocks noChangeAspect="1"/>
          </p:cNvPicPr>
          <p:nvPr/>
        </p:nvPicPr>
        <p:blipFill>
          <a:blip r:embed="rId3"/>
          <a:stretch>
            <a:fillRect/>
          </a:stretch>
        </p:blipFill>
        <p:spPr>
          <a:xfrm>
            <a:off x="8713470" y="3386455"/>
            <a:ext cx="3268345" cy="2422525"/>
          </a:xfrm>
          <a:prstGeom prst="rect">
            <a:avLst/>
          </a:prstGeom>
        </p:spPr>
      </p:pic>
      <p:pic>
        <p:nvPicPr>
          <p:cNvPr id="14" name="图片 13"/>
          <p:cNvPicPr>
            <a:picLocks noChangeAspect="1"/>
          </p:cNvPicPr>
          <p:nvPr/>
        </p:nvPicPr>
        <p:blipFill>
          <a:blip r:embed="rId4"/>
          <a:stretch>
            <a:fillRect/>
          </a:stretch>
        </p:blipFill>
        <p:spPr>
          <a:xfrm>
            <a:off x="4442460" y="1576070"/>
            <a:ext cx="3501390" cy="775335"/>
          </a:xfrm>
          <a:prstGeom prst="rect">
            <a:avLst/>
          </a:prstGeom>
        </p:spPr>
      </p:pic>
      <p:pic>
        <p:nvPicPr>
          <p:cNvPr id="15" name="图片 14"/>
          <p:cNvPicPr>
            <a:picLocks noChangeAspect="1"/>
          </p:cNvPicPr>
          <p:nvPr/>
        </p:nvPicPr>
        <p:blipFill>
          <a:blip r:embed="rId5"/>
          <a:stretch>
            <a:fillRect/>
          </a:stretch>
        </p:blipFill>
        <p:spPr>
          <a:xfrm>
            <a:off x="6440805" y="2939415"/>
            <a:ext cx="1709420" cy="664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4165" y="53340"/>
            <a:ext cx="10515600" cy="1325563"/>
          </a:xfrm>
        </p:spPr>
        <p:txBody>
          <a:bodyPr/>
          <a:p>
            <a:r>
              <a:rPr lang="zh-CN" altLang="en-US" sz="3600"/>
              <a:t>常用正交坐标系介绍</a:t>
            </a:r>
            <a:endParaRPr lang="zh-CN" altLang="en-US" sz="3600"/>
          </a:p>
        </p:txBody>
      </p:sp>
      <p:pic>
        <p:nvPicPr>
          <p:cNvPr id="5" name="图片 4"/>
          <p:cNvPicPr>
            <a:picLocks noChangeAspect="1"/>
          </p:cNvPicPr>
          <p:nvPr/>
        </p:nvPicPr>
        <p:blipFill>
          <a:blip r:embed="rId1"/>
          <a:stretch>
            <a:fillRect/>
          </a:stretch>
        </p:blipFill>
        <p:spPr>
          <a:xfrm>
            <a:off x="254635" y="1638300"/>
            <a:ext cx="4111625" cy="3260090"/>
          </a:xfrm>
          <a:prstGeom prst="rect">
            <a:avLst/>
          </a:prstGeom>
        </p:spPr>
      </p:pic>
      <p:pic>
        <p:nvPicPr>
          <p:cNvPr id="6" name="图片 5"/>
          <p:cNvPicPr>
            <a:picLocks noChangeAspect="1"/>
          </p:cNvPicPr>
          <p:nvPr/>
        </p:nvPicPr>
        <p:blipFill>
          <a:blip r:embed="rId2"/>
          <a:stretch>
            <a:fillRect/>
          </a:stretch>
        </p:blipFill>
        <p:spPr>
          <a:xfrm>
            <a:off x="7854950" y="1494155"/>
            <a:ext cx="3641090" cy="3323590"/>
          </a:xfrm>
          <a:prstGeom prst="rect">
            <a:avLst/>
          </a:prstGeom>
        </p:spPr>
      </p:pic>
      <p:pic>
        <p:nvPicPr>
          <p:cNvPr id="7" name="图片 6"/>
          <p:cNvPicPr>
            <a:picLocks noChangeAspect="1"/>
          </p:cNvPicPr>
          <p:nvPr/>
        </p:nvPicPr>
        <p:blipFill>
          <a:blip r:embed="rId3"/>
          <a:stretch>
            <a:fillRect/>
          </a:stretch>
        </p:blipFill>
        <p:spPr>
          <a:xfrm>
            <a:off x="4105275" y="1666875"/>
            <a:ext cx="3669030" cy="3231515"/>
          </a:xfrm>
          <a:prstGeom prst="rect">
            <a:avLst/>
          </a:prstGeom>
        </p:spPr>
      </p:pic>
      <p:sp>
        <p:nvSpPr>
          <p:cNvPr id="9" name="矩形 8"/>
          <p:cNvSpPr/>
          <p:nvPr/>
        </p:nvSpPr>
        <p:spPr>
          <a:xfrm>
            <a:off x="1419860" y="4501515"/>
            <a:ext cx="271780" cy="3321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5212715" y="4501515"/>
            <a:ext cx="271780" cy="3321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8952865" y="4485640"/>
            <a:ext cx="271780" cy="3321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085850" y="390525"/>
            <a:ext cx="10020300" cy="6076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01675" y="829945"/>
            <a:ext cx="5648325" cy="4391025"/>
          </a:xfrm>
          <a:prstGeom prst="rect">
            <a:avLst/>
          </a:prstGeom>
        </p:spPr>
      </p:pic>
      <p:pic>
        <p:nvPicPr>
          <p:cNvPr id="5" name="图片 4"/>
          <p:cNvPicPr>
            <a:picLocks noChangeAspect="1"/>
          </p:cNvPicPr>
          <p:nvPr/>
        </p:nvPicPr>
        <p:blipFill>
          <a:blip r:embed="rId2"/>
          <a:stretch>
            <a:fillRect/>
          </a:stretch>
        </p:blipFill>
        <p:spPr>
          <a:xfrm>
            <a:off x="6506845" y="718820"/>
            <a:ext cx="4781550" cy="4838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233045" y="-476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t>梯度</a:t>
            </a:r>
            <a:endParaRPr lang="zh-CN" altLang="en-US" sz="3600"/>
          </a:p>
        </p:txBody>
      </p:sp>
      <p:pic>
        <p:nvPicPr>
          <p:cNvPr id="3" name="图片 2"/>
          <p:cNvPicPr>
            <a:picLocks noChangeAspect="1"/>
          </p:cNvPicPr>
          <p:nvPr/>
        </p:nvPicPr>
        <p:blipFill>
          <a:blip r:embed="rId1"/>
          <a:stretch>
            <a:fillRect/>
          </a:stretch>
        </p:blipFill>
        <p:spPr>
          <a:xfrm>
            <a:off x="1731010" y="1278255"/>
            <a:ext cx="8729345" cy="5447665"/>
          </a:xfrm>
          <a:prstGeom prst="rect">
            <a:avLst/>
          </a:prstGeom>
        </p:spPr>
      </p:pic>
      <p:sp>
        <p:nvSpPr>
          <p:cNvPr id="4" name="矩形 3"/>
          <p:cNvSpPr/>
          <p:nvPr/>
        </p:nvSpPr>
        <p:spPr>
          <a:xfrm>
            <a:off x="3767455" y="6083300"/>
            <a:ext cx="866775" cy="5943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2"/>
          <a:stretch>
            <a:fillRect/>
          </a:stretch>
        </p:blipFill>
        <p:spPr>
          <a:xfrm>
            <a:off x="1818640" y="195580"/>
            <a:ext cx="3434715" cy="971550"/>
          </a:xfrm>
          <a:prstGeom prst="rect">
            <a:avLst/>
          </a:prstGeom>
        </p:spPr>
      </p:pic>
      <p:pic>
        <p:nvPicPr>
          <p:cNvPr id="6" name="图片 5"/>
          <p:cNvPicPr>
            <a:picLocks noChangeAspect="1"/>
          </p:cNvPicPr>
          <p:nvPr/>
        </p:nvPicPr>
        <p:blipFill>
          <a:blip r:embed="rId3"/>
          <a:stretch>
            <a:fillRect/>
          </a:stretch>
        </p:blipFill>
        <p:spPr>
          <a:xfrm>
            <a:off x="5809615" y="215265"/>
            <a:ext cx="3865245" cy="9518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64490" y="831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t>散度与通量  高斯定理</a:t>
            </a:r>
            <a:endParaRPr lang="zh-CN" altLang="en-US" sz="3600"/>
          </a:p>
        </p:txBody>
      </p:sp>
      <p:pic>
        <p:nvPicPr>
          <p:cNvPr id="3" name="图片 2"/>
          <p:cNvPicPr>
            <a:picLocks noChangeAspect="1"/>
          </p:cNvPicPr>
          <p:nvPr/>
        </p:nvPicPr>
        <p:blipFill>
          <a:blip r:embed="rId1"/>
          <a:stretch>
            <a:fillRect/>
          </a:stretch>
        </p:blipFill>
        <p:spPr>
          <a:xfrm>
            <a:off x="3033395" y="1143000"/>
            <a:ext cx="2376170" cy="1044575"/>
          </a:xfrm>
          <a:prstGeom prst="rect">
            <a:avLst/>
          </a:prstGeom>
        </p:spPr>
      </p:pic>
      <p:pic>
        <p:nvPicPr>
          <p:cNvPr id="4" name="图片 3"/>
          <p:cNvPicPr>
            <a:picLocks noChangeAspect="1"/>
          </p:cNvPicPr>
          <p:nvPr/>
        </p:nvPicPr>
        <p:blipFill>
          <a:blip r:embed="rId2"/>
          <a:stretch>
            <a:fillRect/>
          </a:stretch>
        </p:blipFill>
        <p:spPr>
          <a:xfrm>
            <a:off x="5749925" y="1163955"/>
            <a:ext cx="2312670" cy="1023620"/>
          </a:xfrm>
          <a:prstGeom prst="rect">
            <a:avLst/>
          </a:prstGeom>
        </p:spPr>
      </p:pic>
      <p:sp>
        <p:nvSpPr>
          <p:cNvPr id="5" name="文本框 4"/>
          <p:cNvSpPr txBox="1"/>
          <p:nvPr/>
        </p:nvSpPr>
        <p:spPr>
          <a:xfrm>
            <a:off x="1060450" y="1373505"/>
            <a:ext cx="995680" cy="583565"/>
          </a:xfrm>
          <a:prstGeom prst="rect">
            <a:avLst/>
          </a:prstGeom>
          <a:noFill/>
        </p:spPr>
        <p:txBody>
          <a:bodyPr wrap="none" rtlCol="0" anchor="t">
            <a:spAutoFit/>
          </a:bodyPr>
          <a:p>
            <a:r>
              <a:rPr lang="zh-CN" altLang="en-US" sz="3200">
                <a:sym typeface="+mn-ea"/>
              </a:rPr>
              <a:t>通量</a:t>
            </a:r>
            <a:endParaRPr lang="zh-CN" altLang="en-US" sz="3200">
              <a:sym typeface="+mn-ea"/>
            </a:endParaRPr>
          </a:p>
        </p:txBody>
      </p:sp>
      <p:pic>
        <p:nvPicPr>
          <p:cNvPr id="6" name="图片 5"/>
          <p:cNvPicPr>
            <a:picLocks noChangeAspect="1"/>
          </p:cNvPicPr>
          <p:nvPr/>
        </p:nvPicPr>
        <p:blipFill>
          <a:blip r:embed="rId3"/>
          <a:stretch>
            <a:fillRect/>
          </a:stretch>
        </p:blipFill>
        <p:spPr>
          <a:xfrm>
            <a:off x="4557395" y="2347595"/>
            <a:ext cx="4697730" cy="1192530"/>
          </a:xfrm>
          <a:prstGeom prst="rect">
            <a:avLst/>
          </a:prstGeom>
        </p:spPr>
      </p:pic>
      <p:sp>
        <p:nvSpPr>
          <p:cNvPr id="7" name="文本框 6"/>
          <p:cNvSpPr txBox="1"/>
          <p:nvPr/>
        </p:nvSpPr>
        <p:spPr>
          <a:xfrm>
            <a:off x="552450" y="2651760"/>
            <a:ext cx="3434080" cy="583565"/>
          </a:xfrm>
          <a:prstGeom prst="rect">
            <a:avLst/>
          </a:prstGeom>
          <a:noFill/>
        </p:spPr>
        <p:txBody>
          <a:bodyPr wrap="none" rtlCol="0" anchor="t">
            <a:spAutoFit/>
          </a:bodyPr>
          <a:p>
            <a:r>
              <a:rPr lang="zh-CN" altLang="en-US" sz="3200">
                <a:sym typeface="+mn-ea"/>
              </a:rPr>
              <a:t>定义矢量场的散度</a:t>
            </a:r>
            <a:endParaRPr lang="zh-CN" altLang="en-US" sz="3200">
              <a:sym typeface="+mn-ea"/>
            </a:endParaRPr>
          </a:p>
        </p:txBody>
      </p:sp>
      <p:pic>
        <p:nvPicPr>
          <p:cNvPr id="8" name="图片 7"/>
          <p:cNvPicPr>
            <a:picLocks noChangeAspect="1"/>
          </p:cNvPicPr>
          <p:nvPr/>
        </p:nvPicPr>
        <p:blipFill>
          <a:blip r:embed="rId4"/>
          <a:stretch>
            <a:fillRect/>
          </a:stretch>
        </p:blipFill>
        <p:spPr>
          <a:xfrm>
            <a:off x="5535295" y="3540125"/>
            <a:ext cx="4190365" cy="967105"/>
          </a:xfrm>
          <a:prstGeom prst="rect">
            <a:avLst/>
          </a:prstGeom>
        </p:spPr>
      </p:pic>
      <p:sp>
        <p:nvSpPr>
          <p:cNvPr id="9" name="右箭头 8"/>
          <p:cNvSpPr/>
          <p:nvPr/>
        </p:nvSpPr>
        <p:spPr>
          <a:xfrm>
            <a:off x="4190365" y="4902200"/>
            <a:ext cx="635000"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5"/>
          <a:stretch>
            <a:fillRect/>
          </a:stretch>
        </p:blipFill>
        <p:spPr>
          <a:xfrm>
            <a:off x="8626475" y="4602480"/>
            <a:ext cx="1668780" cy="1003935"/>
          </a:xfrm>
          <a:prstGeom prst="rect">
            <a:avLst/>
          </a:prstGeom>
        </p:spPr>
      </p:pic>
      <p:pic>
        <p:nvPicPr>
          <p:cNvPr id="11" name="图片 10"/>
          <p:cNvPicPr>
            <a:picLocks noChangeAspect="1"/>
          </p:cNvPicPr>
          <p:nvPr/>
        </p:nvPicPr>
        <p:blipFill>
          <a:blip r:embed="rId6"/>
          <a:srcRect r="10390"/>
          <a:stretch>
            <a:fillRect/>
          </a:stretch>
        </p:blipFill>
        <p:spPr>
          <a:xfrm>
            <a:off x="5832475" y="4602480"/>
            <a:ext cx="1911350" cy="942975"/>
          </a:xfrm>
          <a:prstGeom prst="rect">
            <a:avLst/>
          </a:prstGeom>
        </p:spPr>
      </p:pic>
      <p:pic>
        <p:nvPicPr>
          <p:cNvPr id="12" name="图片 11"/>
          <p:cNvPicPr>
            <a:picLocks noChangeAspect="1"/>
          </p:cNvPicPr>
          <p:nvPr/>
        </p:nvPicPr>
        <p:blipFill>
          <a:blip r:embed="rId6"/>
          <a:srcRect l="85055"/>
          <a:stretch>
            <a:fillRect/>
          </a:stretch>
        </p:blipFill>
        <p:spPr>
          <a:xfrm>
            <a:off x="7743825" y="4602480"/>
            <a:ext cx="318770" cy="942975"/>
          </a:xfrm>
          <a:prstGeom prst="rect">
            <a:avLst/>
          </a:prstGeom>
        </p:spPr>
      </p:pic>
      <p:pic>
        <p:nvPicPr>
          <p:cNvPr id="13" name="图片 12"/>
          <p:cNvPicPr>
            <a:picLocks noChangeAspect="1"/>
          </p:cNvPicPr>
          <p:nvPr/>
        </p:nvPicPr>
        <p:blipFill>
          <a:blip r:embed="rId7"/>
          <a:stretch>
            <a:fillRect/>
          </a:stretch>
        </p:blipFill>
        <p:spPr>
          <a:xfrm>
            <a:off x="5379720" y="4735195"/>
            <a:ext cx="485775" cy="676275"/>
          </a:xfrm>
          <a:prstGeom prst="rect">
            <a:avLst/>
          </a:prstGeom>
        </p:spPr>
      </p:pic>
      <p:pic>
        <p:nvPicPr>
          <p:cNvPr id="14" name="图片 13"/>
          <p:cNvPicPr>
            <a:picLocks noChangeAspect="1"/>
          </p:cNvPicPr>
          <p:nvPr/>
        </p:nvPicPr>
        <p:blipFill>
          <a:blip r:embed="rId7"/>
          <a:stretch>
            <a:fillRect/>
          </a:stretch>
        </p:blipFill>
        <p:spPr>
          <a:xfrm>
            <a:off x="8140700" y="4735195"/>
            <a:ext cx="485775" cy="676275"/>
          </a:xfrm>
          <a:prstGeom prst="rect">
            <a:avLst/>
          </a:prstGeom>
        </p:spPr>
      </p:pic>
      <p:pic>
        <p:nvPicPr>
          <p:cNvPr id="15" name="图片 14"/>
          <p:cNvPicPr>
            <a:picLocks noChangeAspect="1"/>
          </p:cNvPicPr>
          <p:nvPr/>
        </p:nvPicPr>
        <p:blipFill>
          <a:blip r:embed="rId8"/>
          <a:srcRect l="8786" r="4968"/>
          <a:stretch>
            <a:fillRect/>
          </a:stretch>
        </p:blipFill>
        <p:spPr>
          <a:xfrm>
            <a:off x="128270" y="3343910"/>
            <a:ext cx="3858260" cy="3284855"/>
          </a:xfrm>
          <a:prstGeom prst="rect">
            <a:avLst/>
          </a:prstGeom>
        </p:spPr>
      </p:pic>
      <p:sp>
        <p:nvSpPr>
          <p:cNvPr id="16" name="矩形 15"/>
          <p:cNvSpPr/>
          <p:nvPr/>
        </p:nvSpPr>
        <p:spPr>
          <a:xfrm>
            <a:off x="188595" y="5992495"/>
            <a:ext cx="665480" cy="4737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8" name="直接连接符 17"/>
          <p:cNvCxnSpPr/>
          <p:nvPr/>
        </p:nvCxnSpPr>
        <p:spPr>
          <a:xfrm>
            <a:off x="8180705" y="5569585"/>
            <a:ext cx="200533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19" name="图片 18"/>
          <p:cNvPicPr>
            <a:picLocks noChangeAspect="1"/>
          </p:cNvPicPr>
          <p:nvPr/>
        </p:nvPicPr>
        <p:blipFill>
          <a:blip r:embed="rId9"/>
          <a:stretch>
            <a:fillRect/>
          </a:stretch>
        </p:blipFill>
        <p:spPr>
          <a:xfrm>
            <a:off x="7877810" y="5697220"/>
            <a:ext cx="2141220" cy="1064260"/>
          </a:xfrm>
          <a:prstGeom prst="rect">
            <a:avLst/>
          </a:prstGeom>
        </p:spPr>
      </p:pic>
      <p:pic>
        <p:nvPicPr>
          <p:cNvPr id="20" name="图片 19"/>
          <p:cNvPicPr>
            <a:picLocks noChangeAspect="1"/>
          </p:cNvPicPr>
          <p:nvPr/>
        </p:nvPicPr>
        <p:blipFill>
          <a:blip r:embed="rId10"/>
          <a:stretch>
            <a:fillRect/>
          </a:stretch>
        </p:blipFill>
        <p:spPr>
          <a:xfrm>
            <a:off x="5822950" y="5697220"/>
            <a:ext cx="1930400" cy="996315"/>
          </a:xfrm>
          <a:prstGeom prst="rect">
            <a:avLst/>
          </a:prstGeom>
        </p:spPr>
      </p:pic>
      <p:sp>
        <p:nvSpPr>
          <p:cNvPr id="21" name="矩形 20"/>
          <p:cNvSpPr/>
          <p:nvPr/>
        </p:nvSpPr>
        <p:spPr>
          <a:xfrm>
            <a:off x="5812790" y="5690235"/>
            <a:ext cx="4171950" cy="106807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P spid="7" grpId="1"/>
      <p:bldP spid="9" grpId="0" animBg="1"/>
      <p:bldP spid="9" grpId="1" animBg="1"/>
      <p:bldP spid="21" grpId="0" animBg="1"/>
      <p:bldP spid="2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6215" y="681355"/>
            <a:ext cx="11798935" cy="5495290"/>
          </a:xfrm>
          <a:prstGeom prst="rect">
            <a:avLst/>
          </a:prstGeom>
        </p:spPr>
      </p:pic>
      <p:sp>
        <p:nvSpPr>
          <p:cNvPr id="3" name="矩形 2"/>
          <p:cNvSpPr/>
          <p:nvPr/>
        </p:nvSpPr>
        <p:spPr>
          <a:xfrm>
            <a:off x="3644265" y="5350510"/>
            <a:ext cx="1143000" cy="8197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64490" y="831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t>旋度与环量  斯托克斯</a:t>
            </a:r>
            <a:r>
              <a:rPr lang="zh-CN" altLang="en-US" sz="3600"/>
              <a:t>定理</a:t>
            </a:r>
            <a:endParaRPr lang="zh-CN" altLang="en-US" sz="3600"/>
          </a:p>
        </p:txBody>
      </p:sp>
      <p:sp>
        <p:nvSpPr>
          <p:cNvPr id="5" name="文本框 4"/>
          <p:cNvSpPr txBox="1"/>
          <p:nvPr/>
        </p:nvSpPr>
        <p:spPr>
          <a:xfrm>
            <a:off x="1060450" y="1373505"/>
            <a:ext cx="995680" cy="583565"/>
          </a:xfrm>
          <a:prstGeom prst="rect">
            <a:avLst/>
          </a:prstGeom>
          <a:noFill/>
        </p:spPr>
        <p:txBody>
          <a:bodyPr wrap="none" rtlCol="0" anchor="t">
            <a:spAutoFit/>
          </a:bodyPr>
          <a:p>
            <a:r>
              <a:rPr lang="zh-CN" altLang="en-US" sz="3200">
                <a:sym typeface="+mn-ea"/>
              </a:rPr>
              <a:t>环</a:t>
            </a:r>
            <a:r>
              <a:rPr lang="zh-CN" altLang="en-US" sz="3200">
                <a:sym typeface="+mn-ea"/>
              </a:rPr>
              <a:t>量</a:t>
            </a:r>
            <a:endParaRPr lang="zh-CN" altLang="en-US" sz="3200">
              <a:sym typeface="+mn-ea"/>
            </a:endParaRPr>
          </a:p>
        </p:txBody>
      </p:sp>
      <p:pic>
        <p:nvPicPr>
          <p:cNvPr id="3" name="图片 2"/>
          <p:cNvPicPr>
            <a:picLocks noChangeAspect="1"/>
          </p:cNvPicPr>
          <p:nvPr/>
        </p:nvPicPr>
        <p:blipFill>
          <a:blip r:embed="rId1"/>
          <a:stretch>
            <a:fillRect/>
          </a:stretch>
        </p:blipFill>
        <p:spPr>
          <a:xfrm>
            <a:off x="2619375" y="1094105"/>
            <a:ext cx="2449195" cy="1143000"/>
          </a:xfrm>
          <a:prstGeom prst="rect">
            <a:avLst/>
          </a:prstGeom>
        </p:spPr>
      </p:pic>
      <p:sp>
        <p:nvSpPr>
          <p:cNvPr id="7" name="文本框 6"/>
          <p:cNvSpPr txBox="1"/>
          <p:nvPr/>
        </p:nvSpPr>
        <p:spPr>
          <a:xfrm>
            <a:off x="602615" y="2319020"/>
            <a:ext cx="3434080" cy="583565"/>
          </a:xfrm>
          <a:prstGeom prst="rect">
            <a:avLst/>
          </a:prstGeom>
          <a:noFill/>
        </p:spPr>
        <p:txBody>
          <a:bodyPr wrap="none" rtlCol="0" anchor="t">
            <a:spAutoFit/>
          </a:bodyPr>
          <a:p>
            <a:r>
              <a:rPr lang="zh-CN" altLang="en-US" sz="3200">
                <a:sym typeface="+mn-ea"/>
              </a:rPr>
              <a:t>定义矢量场的旋</a:t>
            </a:r>
            <a:r>
              <a:rPr lang="zh-CN" altLang="en-US" sz="3200">
                <a:sym typeface="+mn-ea"/>
              </a:rPr>
              <a:t>度</a:t>
            </a:r>
            <a:endParaRPr lang="zh-CN" altLang="en-US" sz="3200">
              <a:sym typeface="+mn-ea"/>
            </a:endParaRPr>
          </a:p>
        </p:txBody>
      </p:sp>
      <p:pic>
        <p:nvPicPr>
          <p:cNvPr id="4" name="图片 3"/>
          <p:cNvPicPr>
            <a:picLocks noChangeAspect="1"/>
          </p:cNvPicPr>
          <p:nvPr/>
        </p:nvPicPr>
        <p:blipFill>
          <a:blip r:embed="rId2"/>
          <a:stretch>
            <a:fillRect/>
          </a:stretch>
        </p:blipFill>
        <p:spPr>
          <a:xfrm>
            <a:off x="4516755" y="2083435"/>
            <a:ext cx="6231890" cy="1054735"/>
          </a:xfrm>
          <a:prstGeom prst="rect">
            <a:avLst/>
          </a:prstGeom>
        </p:spPr>
      </p:pic>
      <p:pic>
        <p:nvPicPr>
          <p:cNvPr id="6" name="图片 5"/>
          <p:cNvPicPr>
            <a:picLocks noChangeAspect="1"/>
          </p:cNvPicPr>
          <p:nvPr/>
        </p:nvPicPr>
        <p:blipFill>
          <a:blip r:embed="rId3"/>
          <a:stretch>
            <a:fillRect/>
          </a:stretch>
        </p:blipFill>
        <p:spPr>
          <a:xfrm>
            <a:off x="4516755" y="3047365"/>
            <a:ext cx="4528820" cy="1784985"/>
          </a:xfrm>
          <a:prstGeom prst="rect">
            <a:avLst/>
          </a:prstGeom>
        </p:spPr>
      </p:pic>
      <p:pic>
        <p:nvPicPr>
          <p:cNvPr id="8" name="图片 7"/>
          <p:cNvPicPr>
            <a:picLocks noChangeAspect="1"/>
          </p:cNvPicPr>
          <p:nvPr/>
        </p:nvPicPr>
        <p:blipFill>
          <a:blip r:embed="rId4"/>
          <a:stretch>
            <a:fillRect/>
          </a:stretch>
        </p:blipFill>
        <p:spPr>
          <a:xfrm>
            <a:off x="4746625" y="4683760"/>
            <a:ext cx="5166360" cy="1092200"/>
          </a:xfrm>
          <a:prstGeom prst="rect">
            <a:avLst/>
          </a:prstGeom>
        </p:spPr>
      </p:pic>
      <p:pic>
        <p:nvPicPr>
          <p:cNvPr id="9" name="图片 8"/>
          <p:cNvPicPr>
            <a:picLocks noChangeAspect="1"/>
          </p:cNvPicPr>
          <p:nvPr/>
        </p:nvPicPr>
        <p:blipFill>
          <a:blip r:embed="rId5"/>
          <a:stretch>
            <a:fillRect/>
          </a:stretch>
        </p:blipFill>
        <p:spPr>
          <a:xfrm>
            <a:off x="364490" y="3047365"/>
            <a:ext cx="3905250" cy="2971800"/>
          </a:xfrm>
          <a:prstGeom prst="rect">
            <a:avLst/>
          </a:prstGeom>
        </p:spPr>
      </p:pic>
      <p:sp>
        <p:nvSpPr>
          <p:cNvPr id="16" name="矩形 15"/>
          <p:cNvSpPr/>
          <p:nvPr/>
        </p:nvSpPr>
        <p:spPr>
          <a:xfrm>
            <a:off x="480695" y="5619750"/>
            <a:ext cx="665480" cy="4737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6"/>
          <a:stretch>
            <a:fillRect/>
          </a:stretch>
        </p:blipFill>
        <p:spPr>
          <a:xfrm>
            <a:off x="7612380" y="5775960"/>
            <a:ext cx="1433195" cy="900430"/>
          </a:xfrm>
          <a:prstGeom prst="rect">
            <a:avLst/>
          </a:prstGeom>
        </p:spPr>
      </p:pic>
      <p:pic>
        <p:nvPicPr>
          <p:cNvPr id="11" name="图片 10"/>
          <p:cNvPicPr>
            <a:picLocks noChangeAspect="1"/>
          </p:cNvPicPr>
          <p:nvPr/>
        </p:nvPicPr>
        <p:blipFill>
          <a:blip r:embed="rId7"/>
          <a:stretch>
            <a:fillRect/>
          </a:stretch>
        </p:blipFill>
        <p:spPr>
          <a:xfrm>
            <a:off x="5189220" y="5715635"/>
            <a:ext cx="2345690" cy="1021080"/>
          </a:xfrm>
          <a:prstGeom prst="rect">
            <a:avLst/>
          </a:prstGeom>
        </p:spPr>
      </p:pic>
      <p:sp>
        <p:nvSpPr>
          <p:cNvPr id="21" name="矩形 20"/>
          <p:cNvSpPr/>
          <p:nvPr/>
        </p:nvSpPr>
        <p:spPr>
          <a:xfrm>
            <a:off x="5243830" y="5668645"/>
            <a:ext cx="4171950" cy="106807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P spid="7" grpId="1"/>
      <p:bldP spid="21" grpId="0" animBg="1"/>
      <p:bldP spid="2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88565" y="53975"/>
            <a:ext cx="7040245" cy="6749415"/>
          </a:xfrm>
          <a:prstGeom prst="rect">
            <a:avLst/>
          </a:prstGeom>
        </p:spPr>
      </p:pic>
      <p:sp>
        <p:nvSpPr>
          <p:cNvPr id="16" name="矩形 15"/>
          <p:cNvSpPr/>
          <p:nvPr/>
        </p:nvSpPr>
        <p:spPr>
          <a:xfrm>
            <a:off x="4370070" y="6043295"/>
            <a:ext cx="665480" cy="4737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0800" y="1073150"/>
            <a:ext cx="12090400" cy="41865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二重积分的概念</a:t>
            </a:r>
            <a:endParaRPr lang="zh-CN" altLang="en-US" sz="4000"/>
          </a:p>
        </p:txBody>
      </p:sp>
      <p:pic>
        <p:nvPicPr>
          <p:cNvPr id="2" name="图片 1"/>
          <p:cNvPicPr>
            <a:picLocks noChangeAspect="1"/>
          </p:cNvPicPr>
          <p:nvPr/>
        </p:nvPicPr>
        <p:blipFill>
          <a:blip r:embed="rId1"/>
          <a:stretch>
            <a:fillRect/>
          </a:stretch>
        </p:blipFill>
        <p:spPr>
          <a:xfrm>
            <a:off x="142240" y="1485265"/>
            <a:ext cx="7025005" cy="3557270"/>
          </a:xfrm>
          <a:prstGeom prst="rect">
            <a:avLst/>
          </a:prstGeom>
        </p:spPr>
      </p:pic>
      <p:pic>
        <p:nvPicPr>
          <p:cNvPr id="5" name="图片 4"/>
          <p:cNvPicPr>
            <a:picLocks noChangeAspect="1"/>
          </p:cNvPicPr>
          <p:nvPr/>
        </p:nvPicPr>
        <p:blipFill>
          <a:blip r:embed="rId2"/>
          <a:srcRect l="6925" r="5575"/>
          <a:stretch>
            <a:fillRect/>
          </a:stretch>
        </p:blipFill>
        <p:spPr>
          <a:xfrm>
            <a:off x="6333490" y="1558925"/>
            <a:ext cx="5800725" cy="3600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二重积分的概念</a:t>
            </a:r>
            <a:endParaRPr lang="zh-CN" altLang="en-US" sz="4000"/>
          </a:p>
        </p:txBody>
      </p:sp>
      <p:pic>
        <p:nvPicPr>
          <p:cNvPr id="2" name="图片 1"/>
          <p:cNvPicPr>
            <a:picLocks noChangeAspect="1"/>
          </p:cNvPicPr>
          <p:nvPr/>
        </p:nvPicPr>
        <p:blipFill>
          <a:blip r:embed="rId1"/>
          <a:stretch>
            <a:fillRect/>
          </a:stretch>
        </p:blipFill>
        <p:spPr>
          <a:xfrm>
            <a:off x="940435" y="1195070"/>
            <a:ext cx="8253730" cy="44672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二重积分的概念</a:t>
            </a:r>
            <a:endParaRPr lang="zh-CN" altLang="en-US" sz="4000"/>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4" y="1057276"/>
            <a:ext cx="7680325" cy="3465513"/>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3" name="Text Box 3"/>
          <p:cNvSpPr txBox="1">
            <a:spLocks noChangeArrowheads="1"/>
          </p:cNvSpPr>
          <p:nvPr/>
        </p:nvSpPr>
        <p:spPr bwMode="auto">
          <a:xfrm>
            <a:off x="2587031" y="4921251"/>
            <a:ext cx="615553" cy="15208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p>
            <a:pPr>
              <a:spcBef>
                <a:spcPct val="50000"/>
              </a:spcBef>
            </a:pPr>
            <a:r>
              <a:rPr lang="zh-CN" altLang="en-US" sz="2800" b="1">
                <a:solidFill>
                  <a:schemeClr val="bg2"/>
                </a:solidFill>
                <a:effectLst>
                  <a:outerShdw blurRad="38100" dist="38100" dir="2700000" algn="tl">
                    <a:srgbClr val="000000"/>
                  </a:outerShdw>
                </a:effectLst>
              </a:rPr>
              <a:t>积分区域</a:t>
            </a:r>
            <a:endParaRPr lang="zh-CN" altLang="en-US" sz="2800" b="1">
              <a:solidFill>
                <a:schemeClr val="bg2"/>
              </a:solidFill>
              <a:effectLst>
                <a:outerShdw blurRad="38100" dist="38100" dir="2700000" algn="tl">
                  <a:srgbClr val="000000"/>
                </a:outerShdw>
              </a:effectLst>
            </a:endParaRPr>
          </a:p>
        </p:txBody>
      </p:sp>
      <p:sp>
        <p:nvSpPr>
          <p:cNvPr id="10244" name="Text Box 4"/>
          <p:cNvSpPr txBox="1">
            <a:spLocks noChangeArrowheads="1"/>
          </p:cNvSpPr>
          <p:nvPr/>
        </p:nvSpPr>
        <p:spPr bwMode="auto">
          <a:xfrm>
            <a:off x="3356969" y="4924426"/>
            <a:ext cx="615553" cy="15208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p>
            <a:pPr>
              <a:spcBef>
                <a:spcPct val="50000"/>
              </a:spcBef>
            </a:pPr>
            <a:r>
              <a:rPr lang="zh-CN" altLang="en-US" sz="2800" b="1">
                <a:solidFill>
                  <a:srgbClr val="EE0E33"/>
                </a:solidFill>
                <a:effectLst>
                  <a:outerShdw blurRad="38100" dist="38100" dir="2700000" algn="tl">
                    <a:srgbClr val="000000"/>
                  </a:outerShdw>
                </a:effectLst>
              </a:rPr>
              <a:t>被积函数</a:t>
            </a:r>
            <a:endParaRPr lang="zh-CN" altLang="en-US" sz="2800" b="1">
              <a:solidFill>
                <a:srgbClr val="EE0E33"/>
              </a:solidFill>
              <a:effectLst>
                <a:outerShdw blurRad="38100" dist="38100" dir="2700000" algn="tl">
                  <a:srgbClr val="000000"/>
                </a:outerShdw>
              </a:effectLst>
            </a:endParaRPr>
          </a:p>
        </p:txBody>
      </p:sp>
      <p:sp>
        <p:nvSpPr>
          <p:cNvPr id="10245" name="Text Box 5"/>
          <p:cNvSpPr txBox="1">
            <a:spLocks noChangeArrowheads="1"/>
          </p:cNvSpPr>
          <p:nvPr/>
        </p:nvSpPr>
        <p:spPr bwMode="auto">
          <a:xfrm>
            <a:off x="4265019" y="4994276"/>
            <a:ext cx="615553" cy="15208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p>
            <a:pPr>
              <a:spcBef>
                <a:spcPct val="50000"/>
              </a:spcBef>
            </a:pPr>
            <a:r>
              <a:rPr lang="zh-CN" altLang="en-US" sz="2800" b="1">
                <a:solidFill>
                  <a:schemeClr val="tx2"/>
                </a:solidFill>
                <a:effectLst>
                  <a:outerShdw blurRad="38100" dist="38100" dir="2700000" algn="tl">
                    <a:srgbClr val="FFFFFF"/>
                  </a:outerShdw>
                </a:effectLst>
              </a:rPr>
              <a:t>积分变量</a:t>
            </a:r>
            <a:endParaRPr lang="zh-CN" altLang="en-US" sz="2800" b="1">
              <a:solidFill>
                <a:schemeClr val="tx2"/>
              </a:solidFill>
              <a:effectLst>
                <a:outerShdw blurRad="38100" dist="38100" dir="2700000" algn="tl">
                  <a:srgbClr val="FFFFFF"/>
                </a:outerShdw>
              </a:effectLst>
            </a:endParaRPr>
          </a:p>
        </p:txBody>
      </p:sp>
      <p:sp>
        <p:nvSpPr>
          <p:cNvPr id="10247" name="Text Box 7"/>
          <p:cNvSpPr txBox="1">
            <a:spLocks noChangeArrowheads="1"/>
          </p:cNvSpPr>
          <p:nvPr/>
        </p:nvSpPr>
        <p:spPr bwMode="auto">
          <a:xfrm>
            <a:off x="5561054" y="4884739"/>
            <a:ext cx="615553" cy="15208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p>
            <a:pPr>
              <a:spcBef>
                <a:spcPct val="50000"/>
              </a:spcBef>
            </a:pPr>
            <a:r>
              <a:rPr lang="zh-CN" altLang="en-US" sz="2800" b="1">
                <a:solidFill>
                  <a:srgbClr val="CC00CC"/>
                </a:solidFill>
                <a:effectLst>
                  <a:outerShdw blurRad="38100" dist="38100" dir="2700000" algn="tl">
                    <a:srgbClr val="000000"/>
                  </a:outerShdw>
                </a:effectLst>
              </a:rPr>
              <a:t>面积元素</a:t>
            </a:r>
            <a:endParaRPr lang="zh-CN" altLang="en-US" sz="2800" b="1">
              <a:solidFill>
                <a:srgbClr val="CC00CC"/>
              </a:solidFill>
              <a:effectLst>
                <a:outerShdw blurRad="38100" dist="38100" dir="2700000" algn="tl">
                  <a:srgbClr val="000000"/>
                </a:outerShdw>
              </a:effectLst>
            </a:endParaRPr>
          </a:p>
        </p:txBody>
      </p:sp>
      <p:sp>
        <p:nvSpPr>
          <p:cNvPr id="10248" name="Text Box 8"/>
          <p:cNvSpPr txBox="1">
            <a:spLocks noChangeArrowheads="1"/>
          </p:cNvSpPr>
          <p:nvPr/>
        </p:nvSpPr>
        <p:spPr bwMode="auto">
          <a:xfrm>
            <a:off x="6649444" y="5181600"/>
            <a:ext cx="615553" cy="1163638"/>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p>
            <a:pPr>
              <a:spcBef>
                <a:spcPct val="50000"/>
              </a:spcBef>
            </a:pPr>
            <a:r>
              <a:rPr lang="zh-CN" altLang="en-US" sz="2800" b="1">
                <a:solidFill>
                  <a:schemeClr val="bg2"/>
                </a:solidFill>
                <a:effectLst>
                  <a:outerShdw blurRad="38100" dist="38100" dir="2700000" algn="tl">
                    <a:srgbClr val="000000"/>
                  </a:outerShdw>
                </a:effectLst>
              </a:rPr>
              <a:t>积分和</a:t>
            </a:r>
            <a:endParaRPr lang="zh-CN" altLang="en-US" sz="2800" b="1">
              <a:solidFill>
                <a:schemeClr val="bg2"/>
              </a:solidFill>
              <a:effectLst>
                <a:outerShdw blurRad="38100" dist="38100" dir="2700000" algn="tl">
                  <a:srgbClr val="000000"/>
                </a:outerShdw>
              </a:effectLst>
            </a:endParaRPr>
          </a:p>
        </p:txBody>
      </p:sp>
      <p:grpSp>
        <p:nvGrpSpPr>
          <p:cNvPr id="10249" name="Group 9"/>
          <p:cNvGrpSpPr/>
          <p:nvPr/>
        </p:nvGrpSpPr>
        <p:grpSpPr bwMode="auto">
          <a:xfrm>
            <a:off x="2590801" y="3949700"/>
            <a:ext cx="563563" cy="685800"/>
            <a:chOff x="672" y="2304"/>
            <a:chExt cx="355" cy="432"/>
          </a:xfrm>
        </p:grpSpPr>
        <p:sp>
          <p:nvSpPr>
            <p:cNvPr id="10250" name="Rectangle 10"/>
            <p:cNvSpPr>
              <a:spLocks noChangeArrowheads="1"/>
            </p:cNvSpPr>
            <p:nvPr/>
          </p:nvSpPr>
          <p:spPr bwMode="auto">
            <a:xfrm>
              <a:off x="672" y="2304"/>
              <a:ext cx="355" cy="196"/>
            </a:xfrm>
            <a:prstGeom prst="rect">
              <a:avLst/>
            </a:prstGeom>
            <a:solidFill>
              <a:srgbClr val="61DF70">
                <a:alpha val="50000"/>
              </a:srgb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251" name="AutoShape 11"/>
            <p:cNvSpPr>
              <a:spLocks noChangeArrowheads="1"/>
            </p:cNvSpPr>
            <p:nvPr/>
          </p:nvSpPr>
          <p:spPr bwMode="auto">
            <a:xfrm>
              <a:off x="778" y="2500"/>
              <a:ext cx="107" cy="236"/>
            </a:xfrm>
            <a:prstGeom prst="downArrow">
              <a:avLst>
                <a:gd name="adj1" fmla="val 50000"/>
                <a:gd name="adj2" fmla="val 55140"/>
              </a:avLst>
            </a:prstGeom>
            <a:solidFill>
              <a:srgbClr val="61DF70">
                <a:alpha val="50000"/>
              </a:srgb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10252" name="Group 12"/>
          <p:cNvGrpSpPr/>
          <p:nvPr/>
        </p:nvGrpSpPr>
        <p:grpSpPr bwMode="auto">
          <a:xfrm>
            <a:off x="3048000" y="3416300"/>
            <a:ext cx="1219200" cy="1403350"/>
            <a:chOff x="960" y="1968"/>
            <a:chExt cx="768" cy="884"/>
          </a:xfrm>
        </p:grpSpPr>
        <p:sp>
          <p:nvSpPr>
            <p:cNvPr id="10253" name="Rectangle 13"/>
            <p:cNvSpPr>
              <a:spLocks noChangeArrowheads="1"/>
            </p:cNvSpPr>
            <p:nvPr/>
          </p:nvSpPr>
          <p:spPr bwMode="auto">
            <a:xfrm>
              <a:off x="960" y="1968"/>
              <a:ext cx="768" cy="482"/>
            </a:xfrm>
            <a:prstGeom prst="rect">
              <a:avLst/>
            </a:prstGeom>
            <a:noFill/>
            <a:ln w="38100" cap="sq">
              <a:solidFill>
                <a:srgbClr val="EE0E33"/>
              </a:solidFill>
              <a:miter lim="800000"/>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254" name="AutoShape 14"/>
            <p:cNvSpPr>
              <a:spLocks noChangeArrowheads="1"/>
            </p:cNvSpPr>
            <p:nvPr/>
          </p:nvSpPr>
          <p:spPr bwMode="auto">
            <a:xfrm>
              <a:off x="1314" y="2450"/>
              <a:ext cx="30" cy="402"/>
            </a:xfrm>
            <a:prstGeom prst="downArrow">
              <a:avLst>
                <a:gd name="adj1" fmla="val 50000"/>
                <a:gd name="adj2" fmla="val 335000"/>
              </a:avLst>
            </a:prstGeom>
            <a:solidFill>
              <a:srgbClr val="EE0E3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10255" name="Group 15"/>
          <p:cNvGrpSpPr/>
          <p:nvPr/>
        </p:nvGrpSpPr>
        <p:grpSpPr bwMode="auto">
          <a:xfrm>
            <a:off x="3432176" y="3505201"/>
            <a:ext cx="881063" cy="1217613"/>
            <a:chOff x="1202" y="2024"/>
            <a:chExt cx="555" cy="767"/>
          </a:xfrm>
        </p:grpSpPr>
        <p:sp>
          <p:nvSpPr>
            <p:cNvPr id="10256" name="Rectangle 16"/>
            <p:cNvSpPr>
              <a:spLocks noChangeArrowheads="1"/>
            </p:cNvSpPr>
            <p:nvPr/>
          </p:nvSpPr>
          <p:spPr bwMode="auto">
            <a:xfrm>
              <a:off x="1202" y="2024"/>
              <a:ext cx="443" cy="228"/>
            </a:xfrm>
            <a:prstGeom prst="rect">
              <a:avLst/>
            </a:prstGeom>
            <a:noFill/>
            <a:ln w="19050" cap="sq">
              <a:solidFill>
                <a:schemeClr val="tx1"/>
              </a:solidFill>
              <a:miter lim="800000"/>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257" name="AutoShape 17"/>
            <p:cNvSpPr>
              <a:spLocks noChangeArrowheads="1"/>
            </p:cNvSpPr>
            <p:nvPr/>
          </p:nvSpPr>
          <p:spPr bwMode="auto">
            <a:xfrm rot="-1475677">
              <a:off x="1720" y="2221"/>
              <a:ext cx="37" cy="570"/>
            </a:xfrm>
            <a:prstGeom prst="downArrow">
              <a:avLst>
                <a:gd name="adj1" fmla="val 50000"/>
                <a:gd name="adj2" fmla="val 385135"/>
              </a:avLst>
            </a:prstGeom>
            <a:solidFill>
              <a:schemeClr val="tx2"/>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10261" name="Group 21"/>
          <p:cNvGrpSpPr/>
          <p:nvPr/>
        </p:nvGrpSpPr>
        <p:grpSpPr bwMode="auto">
          <a:xfrm>
            <a:off x="4295775" y="3360739"/>
            <a:ext cx="1606550" cy="1019174"/>
            <a:chOff x="1746" y="1933"/>
            <a:chExt cx="1012" cy="642"/>
          </a:xfrm>
        </p:grpSpPr>
        <p:sp>
          <p:nvSpPr>
            <p:cNvPr id="10262" name="Oval 22"/>
            <p:cNvSpPr>
              <a:spLocks noChangeArrowheads="1"/>
            </p:cNvSpPr>
            <p:nvPr/>
          </p:nvSpPr>
          <p:spPr bwMode="auto">
            <a:xfrm>
              <a:off x="1746" y="1933"/>
              <a:ext cx="366" cy="342"/>
            </a:xfrm>
            <a:prstGeom prst="ellipse">
              <a:avLst/>
            </a:prstGeom>
            <a:noFill/>
            <a:ln w="28575" cap="sq">
              <a:solidFill>
                <a:srgbClr val="CC00CC"/>
              </a:solidFill>
              <a:roun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263" name="AutoShape 23"/>
            <p:cNvSpPr>
              <a:spLocks noChangeArrowheads="1"/>
            </p:cNvSpPr>
            <p:nvPr/>
          </p:nvSpPr>
          <p:spPr bwMode="auto">
            <a:xfrm rot="18670697">
              <a:off x="2303" y="2120"/>
              <a:ext cx="48" cy="861"/>
            </a:xfrm>
            <a:prstGeom prst="downArrow">
              <a:avLst>
                <a:gd name="adj1" fmla="val 50000"/>
                <a:gd name="adj2" fmla="val 188927"/>
              </a:avLst>
            </a:prstGeom>
            <a:solidFill>
              <a:srgbClr val="CC00CC"/>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10264" name="Group 24"/>
          <p:cNvGrpSpPr/>
          <p:nvPr/>
        </p:nvGrpSpPr>
        <p:grpSpPr bwMode="auto">
          <a:xfrm>
            <a:off x="5664200" y="3289300"/>
            <a:ext cx="2362200" cy="1676400"/>
            <a:chOff x="2608" y="1888"/>
            <a:chExt cx="1488" cy="1056"/>
          </a:xfrm>
        </p:grpSpPr>
        <p:sp>
          <p:nvSpPr>
            <p:cNvPr id="10265" name="Rectangle 25"/>
            <p:cNvSpPr>
              <a:spLocks noChangeArrowheads="1"/>
            </p:cNvSpPr>
            <p:nvPr/>
          </p:nvSpPr>
          <p:spPr bwMode="auto">
            <a:xfrm>
              <a:off x="2608" y="1888"/>
              <a:ext cx="1488" cy="563"/>
            </a:xfrm>
            <a:prstGeom prst="rect">
              <a:avLst/>
            </a:prstGeom>
            <a:noFill/>
            <a:ln w="38100" cap="sq">
              <a:solidFill>
                <a:schemeClr val="bg2"/>
              </a:solidFill>
              <a:miter lim="800000"/>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266" name="AutoShape 26"/>
            <p:cNvSpPr>
              <a:spLocks noChangeArrowheads="1"/>
            </p:cNvSpPr>
            <p:nvPr/>
          </p:nvSpPr>
          <p:spPr bwMode="auto">
            <a:xfrm>
              <a:off x="3310" y="2451"/>
              <a:ext cx="56" cy="493"/>
            </a:xfrm>
            <a:prstGeom prst="downArrow">
              <a:avLst>
                <a:gd name="adj1" fmla="val 50000"/>
                <a:gd name="adj2" fmla="val 220089"/>
              </a:avLst>
            </a:prstGeom>
            <a:solidFill>
              <a:schemeClr val="bg2"/>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sp>
        <p:nvSpPr>
          <p:cNvPr id="10267" name="Rectangle 27"/>
          <p:cNvSpPr>
            <a:spLocks noChangeArrowheads="1"/>
          </p:cNvSpPr>
          <p:nvPr/>
        </p:nvSpPr>
        <p:spPr bwMode="auto">
          <a:xfrm>
            <a:off x="12350750" y="7308850"/>
            <a:ext cx="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p>
            <a:pPr>
              <a:lnSpc>
                <a:spcPts val="150"/>
              </a:lnSpc>
              <a:buClr>
                <a:srgbClr val="000000"/>
              </a:buClr>
              <a:buSzPct val="100000"/>
            </a:pPr>
            <a:r>
              <a:rPr lang="zh-CN" altLang="en-US" sz="100">
                <a:solidFill>
                  <a:srgbClr val="000000"/>
                </a:solidFill>
                <a:sym typeface="Times New Roman" panose="02020603050405020304" pitchFamily="18" charset="0"/>
              </a:rPr>
              <a:t>沤芝禹凸惧睛垢匹炒子僳暇茄碑井啪碍深汁沛墓束您无或拥傅镑能履呜佣二重积分的概念和性质二重积分的概念和性质</a:t>
            </a:r>
            <a:endParaRPr lang="zh-CN" altLang="en-US" sz="100">
              <a:solidFill>
                <a:srgbClr val="000000"/>
              </a:solidFill>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2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p:bldP spid="10245" grpId="0" animBg="1"/>
      <p:bldP spid="10245" grpId="1" animBg="1"/>
      <p:bldP spid="10247" grpId="0" animBg="1"/>
      <p:bldP spid="10248" grpId="0" animBg="1"/>
      <p:bldP spid="10248" grpId="1" animBg="1"/>
      <p:bldP spid="10244" grpId="0" animBg="1"/>
      <p:bldP spid="10244"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二重积分的性质</a:t>
            </a:r>
            <a:endParaRPr lang="zh-CN" altLang="en-US" sz="4000"/>
          </a:p>
        </p:txBody>
      </p:sp>
      <p:pic>
        <p:nvPicPr>
          <p:cNvPr id="2" name="图片 1"/>
          <p:cNvPicPr>
            <a:picLocks noChangeAspect="1"/>
          </p:cNvPicPr>
          <p:nvPr/>
        </p:nvPicPr>
        <p:blipFill>
          <a:blip r:embed="rId1"/>
          <a:stretch>
            <a:fillRect/>
          </a:stretch>
        </p:blipFill>
        <p:spPr>
          <a:xfrm>
            <a:off x="1245870" y="1192530"/>
            <a:ext cx="9942830" cy="4746625"/>
          </a:xfrm>
          <a:prstGeom prst="rect">
            <a:avLst/>
          </a:prstGeom>
        </p:spPr>
      </p:pic>
      <p:pic>
        <p:nvPicPr>
          <p:cNvPr id="5" name="图片 4"/>
          <p:cNvPicPr>
            <a:picLocks noChangeAspect="1"/>
          </p:cNvPicPr>
          <p:nvPr/>
        </p:nvPicPr>
        <p:blipFill>
          <a:blip r:embed="rId2"/>
          <a:stretch>
            <a:fillRect/>
          </a:stretch>
        </p:blipFill>
        <p:spPr>
          <a:xfrm>
            <a:off x="4431030" y="240665"/>
            <a:ext cx="6287135" cy="7607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二重积分的性质</a:t>
            </a:r>
            <a:endParaRPr lang="zh-CN" altLang="en-US" sz="4000"/>
          </a:p>
        </p:txBody>
      </p:sp>
      <p:pic>
        <p:nvPicPr>
          <p:cNvPr id="4" name="图片 3"/>
          <p:cNvPicPr>
            <a:picLocks noChangeAspect="1"/>
          </p:cNvPicPr>
          <p:nvPr/>
        </p:nvPicPr>
        <p:blipFill>
          <a:blip r:embed="rId1"/>
          <a:stretch>
            <a:fillRect/>
          </a:stretch>
        </p:blipFill>
        <p:spPr>
          <a:xfrm>
            <a:off x="1211580" y="1134745"/>
            <a:ext cx="9443720" cy="48190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二重积分的性质</a:t>
            </a:r>
            <a:endParaRPr lang="zh-CN" altLang="en-US" sz="4000"/>
          </a:p>
        </p:txBody>
      </p:sp>
      <p:pic>
        <p:nvPicPr>
          <p:cNvPr id="2" name="图片 1"/>
          <p:cNvPicPr>
            <a:picLocks noChangeAspect="1"/>
          </p:cNvPicPr>
          <p:nvPr/>
        </p:nvPicPr>
        <p:blipFill>
          <a:blip r:embed="rId1"/>
          <a:stretch>
            <a:fillRect/>
          </a:stretch>
        </p:blipFill>
        <p:spPr>
          <a:xfrm>
            <a:off x="1229995" y="969010"/>
            <a:ext cx="9732010" cy="49199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二重积分的性质</a:t>
            </a:r>
            <a:endParaRPr lang="zh-CN" altLang="en-US" sz="4000"/>
          </a:p>
        </p:txBody>
      </p:sp>
      <p:pic>
        <p:nvPicPr>
          <p:cNvPr id="5" name="图片 4"/>
          <p:cNvPicPr>
            <a:picLocks noChangeAspect="1"/>
          </p:cNvPicPr>
          <p:nvPr/>
        </p:nvPicPr>
        <p:blipFill>
          <a:blip r:embed="rId1"/>
          <a:stretch>
            <a:fillRect/>
          </a:stretch>
        </p:blipFill>
        <p:spPr>
          <a:xfrm>
            <a:off x="1398905" y="1068070"/>
            <a:ext cx="9394190" cy="54273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97815" y="200660"/>
            <a:ext cx="9917430" cy="706755"/>
          </a:xfrm>
          <a:prstGeom prst="rect">
            <a:avLst/>
          </a:prstGeom>
          <a:noFill/>
        </p:spPr>
        <p:txBody>
          <a:bodyPr wrap="square" rtlCol="0">
            <a:spAutoFit/>
          </a:bodyPr>
          <a:p>
            <a:r>
              <a:rPr lang="zh-CN" altLang="en-US" sz="4000"/>
              <a:t>二重积分的计算</a:t>
            </a:r>
            <a:endParaRPr lang="zh-CN" altLang="en-US" sz="4000"/>
          </a:p>
        </p:txBody>
      </p:sp>
      <p:sp>
        <p:nvSpPr>
          <p:cNvPr id="2" name="文本框 1"/>
          <p:cNvSpPr txBox="1"/>
          <p:nvPr/>
        </p:nvSpPr>
        <p:spPr>
          <a:xfrm>
            <a:off x="725170" y="999490"/>
            <a:ext cx="5551805" cy="583565"/>
          </a:xfrm>
          <a:prstGeom prst="rect">
            <a:avLst/>
          </a:prstGeom>
          <a:noFill/>
        </p:spPr>
        <p:txBody>
          <a:bodyPr wrap="square" rtlCol="0" anchor="t">
            <a:spAutoFit/>
          </a:bodyPr>
          <a:p>
            <a:r>
              <a:rPr lang="zh-CN" altLang="en-US" sz="3200"/>
              <a:t>基础计算类（直角坐标）</a:t>
            </a:r>
            <a:endParaRPr lang="zh-CN" altLang="en-US" sz="3200"/>
          </a:p>
        </p:txBody>
      </p:sp>
      <p:pic>
        <p:nvPicPr>
          <p:cNvPr id="5" name="图片 4"/>
          <p:cNvPicPr>
            <a:picLocks noChangeAspect="1"/>
          </p:cNvPicPr>
          <p:nvPr/>
        </p:nvPicPr>
        <p:blipFill>
          <a:blip r:embed="rId1"/>
          <a:stretch>
            <a:fillRect/>
          </a:stretch>
        </p:blipFill>
        <p:spPr>
          <a:xfrm>
            <a:off x="387985" y="1644650"/>
            <a:ext cx="7844155" cy="1024890"/>
          </a:xfrm>
          <a:prstGeom prst="rect">
            <a:avLst/>
          </a:prstGeom>
        </p:spPr>
      </p:pic>
      <p:pic>
        <p:nvPicPr>
          <p:cNvPr id="6" name="图片 5"/>
          <p:cNvPicPr>
            <a:picLocks noChangeAspect="1"/>
          </p:cNvPicPr>
          <p:nvPr/>
        </p:nvPicPr>
        <p:blipFill>
          <a:blip r:embed="rId2"/>
          <a:stretch>
            <a:fillRect/>
          </a:stretch>
        </p:blipFill>
        <p:spPr>
          <a:xfrm>
            <a:off x="8883650" y="1491615"/>
            <a:ext cx="2660015" cy="2323465"/>
          </a:xfrm>
          <a:prstGeom prst="rect">
            <a:avLst/>
          </a:prstGeom>
        </p:spPr>
      </p:pic>
      <p:pic>
        <p:nvPicPr>
          <p:cNvPr id="7" name="图片 6"/>
          <p:cNvPicPr>
            <a:picLocks noChangeAspect="1"/>
          </p:cNvPicPr>
          <p:nvPr/>
        </p:nvPicPr>
        <p:blipFill>
          <a:blip r:embed="rId3"/>
          <a:stretch>
            <a:fillRect/>
          </a:stretch>
        </p:blipFill>
        <p:spPr>
          <a:xfrm>
            <a:off x="161290" y="3930015"/>
            <a:ext cx="8722360" cy="617220"/>
          </a:xfrm>
          <a:prstGeom prst="rect">
            <a:avLst/>
          </a:prstGeom>
        </p:spPr>
      </p:pic>
      <p:pic>
        <p:nvPicPr>
          <p:cNvPr id="8" name="图片 7"/>
          <p:cNvPicPr>
            <a:picLocks noChangeAspect="1"/>
          </p:cNvPicPr>
          <p:nvPr/>
        </p:nvPicPr>
        <p:blipFill>
          <a:blip r:embed="rId4"/>
          <a:stretch>
            <a:fillRect/>
          </a:stretch>
        </p:blipFill>
        <p:spPr>
          <a:xfrm>
            <a:off x="8883650" y="4133215"/>
            <a:ext cx="3234055" cy="25279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t="63567"/>
          <a:stretch>
            <a:fillRect/>
          </a:stretch>
        </p:blipFill>
        <p:spPr>
          <a:xfrm>
            <a:off x="85725" y="210820"/>
            <a:ext cx="12021185" cy="918845"/>
          </a:xfrm>
          <a:prstGeom prst="rect">
            <a:avLst/>
          </a:prstGeom>
        </p:spPr>
      </p:pic>
      <p:pic>
        <p:nvPicPr>
          <p:cNvPr id="2" name="图片 1"/>
          <p:cNvPicPr>
            <a:picLocks noChangeAspect="1"/>
          </p:cNvPicPr>
          <p:nvPr/>
        </p:nvPicPr>
        <p:blipFill>
          <a:blip r:embed="rId2"/>
          <a:stretch>
            <a:fillRect/>
          </a:stretch>
        </p:blipFill>
        <p:spPr>
          <a:xfrm>
            <a:off x="7292340" y="1210310"/>
            <a:ext cx="3714750" cy="36899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l="3579" t="63220"/>
          <a:stretch>
            <a:fillRect/>
          </a:stretch>
        </p:blipFill>
        <p:spPr>
          <a:xfrm>
            <a:off x="291465" y="4105275"/>
            <a:ext cx="11662410" cy="910590"/>
          </a:xfrm>
          <a:prstGeom prst="rect">
            <a:avLst/>
          </a:prstGeom>
        </p:spPr>
      </p:pic>
      <p:sp>
        <p:nvSpPr>
          <p:cNvPr id="2" name="文本框 1"/>
          <p:cNvSpPr txBox="1"/>
          <p:nvPr/>
        </p:nvSpPr>
        <p:spPr>
          <a:xfrm>
            <a:off x="438150" y="334010"/>
            <a:ext cx="5551805" cy="583565"/>
          </a:xfrm>
          <a:prstGeom prst="rect">
            <a:avLst/>
          </a:prstGeom>
          <a:noFill/>
        </p:spPr>
        <p:txBody>
          <a:bodyPr wrap="square" rtlCol="0" anchor="t">
            <a:spAutoFit/>
          </a:bodyPr>
          <a:p>
            <a:r>
              <a:rPr lang="zh-CN" altLang="en-US" sz="3200"/>
              <a:t>极坐标计算类</a:t>
            </a:r>
            <a:endParaRPr lang="zh-CN" altLang="en-US" sz="3200"/>
          </a:p>
        </p:txBody>
      </p:sp>
      <p:pic>
        <p:nvPicPr>
          <p:cNvPr id="3" name="图片 2"/>
          <p:cNvPicPr>
            <a:picLocks noChangeAspect="1"/>
          </p:cNvPicPr>
          <p:nvPr/>
        </p:nvPicPr>
        <p:blipFill>
          <a:blip r:embed="rId1"/>
          <a:srcRect l="3394" t="31384" b="31808"/>
          <a:stretch>
            <a:fillRect/>
          </a:stretch>
        </p:blipFill>
        <p:spPr>
          <a:xfrm>
            <a:off x="438150" y="917575"/>
            <a:ext cx="11040745" cy="861060"/>
          </a:xfrm>
          <a:prstGeom prst="rect">
            <a:avLst/>
          </a:prstGeom>
        </p:spPr>
      </p:pic>
      <p:grpSp>
        <p:nvGrpSpPr>
          <p:cNvPr id="13" name="组合 12"/>
          <p:cNvGrpSpPr/>
          <p:nvPr/>
        </p:nvGrpSpPr>
        <p:grpSpPr>
          <a:xfrm>
            <a:off x="8825230" y="1551940"/>
            <a:ext cx="3385091" cy="2633980"/>
            <a:chOff x="12217" y="3598"/>
            <a:chExt cx="6257" cy="4892"/>
          </a:xfrm>
        </p:grpSpPr>
        <p:cxnSp>
          <p:nvCxnSpPr>
            <p:cNvPr id="6" name="直接箭头连接符 5"/>
            <p:cNvCxnSpPr/>
            <p:nvPr/>
          </p:nvCxnSpPr>
          <p:spPr>
            <a:xfrm flipV="1">
              <a:off x="13909" y="3773"/>
              <a:ext cx="0" cy="325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13727" y="6826"/>
              <a:ext cx="3636" cy="1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2254" y="5180"/>
              <a:ext cx="3310" cy="3310"/>
            </a:xfrm>
            <a:prstGeom prst="ellipse">
              <a:avLst/>
            </a:prstGeom>
            <a:noFill/>
            <a:ln w="28575">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文本框 16"/>
            <p:cNvSpPr txBox="1"/>
            <p:nvPr/>
          </p:nvSpPr>
          <p:spPr>
            <a:xfrm>
              <a:off x="13353" y="6826"/>
              <a:ext cx="1111" cy="684"/>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O</a:t>
              </a:r>
              <a:endParaRPr lang="en-US" altLang="zh-CN" i="1">
                <a:latin typeface="Times New Roman" panose="02020603050405020304" pitchFamily="18" charset="0"/>
                <a:cs typeface="Times New Roman" panose="02020603050405020304" pitchFamily="18" charset="0"/>
              </a:endParaRPr>
            </a:p>
          </p:txBody>
        </p:sp>
        <p:sp>
          <p:nvSpPr>
            <p:cNvPr id="18" name="文本框 17"/>
            <p:cNvSpPr txBox="1"/>
            <p:nvPr/>
          </p:nvSpPr>
          <p:spPr>
            <a:xfrm>
              <a:off x="17363" y="6447"/>
              <a:ext cx="1111" cy="684"/>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x</a:t>
              </a:r>
              <a:endParaRPr lang="en-US" altLang="zh-CN" i="1">
                <a:latin typeface="Times New Roman" panose="02020603050405020304" pitchFamily="18" charset="0"/>
                <a:cs typeface="Times New Roman" panose="02020603050405020304" pitchFamily="18" charset="0"/>
              </a:endParaRPr>
            </a:p>
          </p:txBody>
        </p:sp>
        <p:sp>
          <p:nvSpPr>
            <p:cNvPr id="19" name="文本框 18"/>
            <p:cNvSpPr txBox="1"/>
            <p:nvPr/>
          </p:nvSpPr>
          <p:spPr>
            <a:xfrm>
              <a:off x="14107" y="3598"/>
              <a:ext cx="1111" cy="684"/>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y</a:t>
              </a:r>
              <a:endParaRPr lang="en-US" altLang="zh-CN" i="1">
                <a:latin typeface="Times New Roman" panose="02020603050405020304" pitchFamily="18" charset="0"/>
                <a:cs typeface="Times New Roman" panose="02020603050405020304" pitchFamily="18" charset="0"/>
              </a:endParaRPr>
            </a:p>
          </p:txBody>
        </p:sp>
        <p:sp>
          <p:nvSpPr>
            <p:cNvPr id="9" name="椭圆 8"/>
            <p:cNvSpPr/>
            <p:nvPr/>
          </p:nvSpPr>
          <p:spPr>
            <a:xfrm>
              <a:off x="12254" y="5180"/>
              <a:ext cx="3310" cy="3310"/>
            </a:xfrm>
            <a:prstGeom prst="ellipse">
              <a:avLst/>
            </a:prstGeom>
            <a:solidFill>
              <a:schemeClr val="bg2">
                <a:lumMod val="75000"/>
              </a:scheme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饼形 9"/>
            <p:cNvSpPr/>
            <p:nvPr/>
          </p:nvSpPr>
          <p:spPr>
            <a:xfrm>
              <a:off x="12217" y="5180"/>
              <a:ext cx="3383" cy="3310"/>
            </a:xfrm>
            <a:prstGeom prst="pi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1" name="文本框 10"/>
            <p:cNvSpPr txBox="1"/>
            <p:nvPr/>
          </p:nvSpPr>
          <p:spPr>
            <a:xfrm>
              <a:off x="13354" y="6826"/>
              <a:ext cx="1111" cy="684"/>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O</a:t>
              </a:r>
              <a:endParaRPr lang="en-US" altLang="zh-CN" i="1">
                <a:latin typeface="Times New Roman" panose="02020603050405020304" pitchFamily="18" charset="0"/>
                <a:cs typeface="Times New Roman" panose="02020603050405020304" pitchFamily="18" charset="0"/>
              </a:endParaRPr>
            </a:p>
          </p:txBody>
        </p:sp>
        <p:sp>
          <p:nvSpPr>
            <p:cNvPr id="12" name="文本框 11"/>
            <p:cNvSpPr txBox="1"/>
            <p:nvPr/>
          </p:nvSpPr>
          <p:spPr>
            <a:xfrm>
              <a:off x="15600" y="6844"/>
              <a:ext cx="1111" cy="684"/>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R</a:t>
              </a:r>
              <a:endParaRPr lang="en-US" altLang="zh-CN" i="1">
                <a:latin typeface="Times New Roman" panose="02020603050405020304" pitchFamily="18" charset="0"/>
                <a:cs typeface="Times New Roman" panose="02020603050405020304" pitchFamily="18" charset="0"/>
              </a:endParaRPr>
            </a:p>
          </p:txBody>
        </p:sp>
      </p:grpSp>
      <p:grpSp>
        <p:nvGrpSpPr>
          <p:cNvPr id="25" name="组合 24"/>
          <p:cNvGrpSpPr/>
          <p:nvPr/>
        </p:nvGrpSpPr>
        <p:grpSpPr>
          <a:xfrm>
            <a:off x="8757920" y="4276725"/>
            <a:ext cx="3251835" cy="2474595"/>
            <a:chOff x="13353" y="4139"/>
            <a:chExt cx="5121" cy="3897"/>
          </a:xfrm>
        </p:grpSpPr>
        <p:sp>
          <p:nvSpPr>
            <p:cNvPr id="21" name="椭圆 20"/>
            <p:cNvSpPr/>
            <p:nvPr/>
          </p:nvSpPr>
          <p:spPr>
            <a:xfrm>
              <a:off x="13909" y="5634"/>
              <a:ext cx="2402" cy="2402"/>
            </a:xfrm>
            <a:prstGeom prst="ellipse">
              <a:avLst/>
            </a:prstGeom>
            <a:solidFill>
              <a:schemeClr val="bg2">
                <a:lumMod val="75000"/>
              </a:schemeClr>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5" name="直接箭头连接符 14"/>
            <p:cNvCxnSpPr/>
            <p:nvPr/>
          </p:nvCxnSpPr>
          <p:spPr>
            <a:xfrm flipV="1">
              <a:off x="13909" y="4286"/>
              <a:ext cx="0" cy="274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3727" y="6826"/>
              <a:ext cx="3636" cy="1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3353" y="6826"/>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O</a:t>
              </a:r>
              <a:endParaRPr lang="en-US" altLang="zh-CN" i="1">
                <a:latin typeface="Times New Roman" panose="02020603050405020304" pitchFamily="18" charset="0"/>
                <a:cs typeface="Times New Roman" panose="02020603050405020304" pitchFamily="18" charset="0"/>
              </a:endParaRPr>
            </a:p>
          </p:txBody>
        </p:sp>
        <p:sp>
          <p:nvSpPr>
            <p:cNvPr id="22" name="文本框 21"/>
            <p:cNvSpPr txBox="1"/>
            <p:nvPr/>
          </p:nvSpPr>
          <p:spPr>
            <a:xfrm>
              <a:off x="17363" y="6447"/>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x</a:t>
              </a:r>
              <a:endParaRPr lang="en-US" altLang="zh-CN" i="1">
                <a:latin typeface="Times New Roman" panose="02020603050405020304" pitchFamily="18" charset="0"/>
                <a:cs typeface="Times New Roman" panose="02020603050405020304" pitchFamily="18" charset="0"/>
              </a:endParaRPr>
            </a:p>
          </p:txBody>
        </p:sp>
        <p:sp>
          <p:nvSpPr>
            <p:cNvPr id="23" name="文本框 22"/>
            <p:cNvSpPr txBox="1"/>
            <p:nvPr/>
          </p:nvSpPr>
          <p:spPr>
            <a:xfrm>
              <a:off x="14107" y="4139"/>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y</a:t>
              </a:r>
              <a:endParaRPr lang="en-US" altLang="zh-CN" i="1">
                <a:latin typeface="Times New Roman" panose="02020603050405020304" pitchFamily="18" charset="0"/>
                <a:cs typeface="Times New Roman" panose="02020603050405020304" pitchFamily="18" charset="0"/>
              </a:endParaRPr>
            </a:p>
          </p:txBody>
        </p:sp>
        <p:sp>
          <p:nvSpPr>
            <p:cNvPr id="24" name="文本框 23"/>
            <p:cNvSpPr txBox="1"/>
            <p:nvPr/>
          </p:nvSpPr>
          <p:spPr>
            <a:xfrm>
              <a:off x="13354" y="6826"/>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O</a:t>
              </a:r>
              <a:endParaRPr lang="en-US" altLang="zh-CN" i="1">
                <a:latin typeface="Times New Roman" panose="02020603050405020304" pitchFamily="18" charset="0"/>
                <a:cs typeface="Times New Roman" panose="02020603050405020304" pitchFamily="18" charset="0"/>
              </a:endParaRPr>
            </a:p>
          </p:txBody>
        </p:sp>
        <p:sp>
          <p:nvSpPr>
            <p:cNvPr id="26" name="文本框 25"/>
            <p:cNvSpPr txBox="1"/>
            <p:nvPr/>
          </p:nvSpPr>
          <p:spPr>
            <a:xfrm>
              <a:off x="14725" y="6844"/>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(1,0)</a:t>
              </a:r>
              <a:endParaRPr lang="en-US" altLang="zh-CN" i="1">
                <a:latin typeface="Times New Roman" panose="02020603050405020304" pitchFamily="18" charset="0"/>
                <a:cs typeface="Times New Roman" panose="02020603050405020304" pitchFamily="18" charset="0"/>
              </a:endParaRPr>
            </a:p>
          </p:txBody>
        </p:sp>
      </p:grpSp>
      <p:sp>
        <p:nvSpPr>
          <p:cNvPr id="27" name="文本框 26"/>
          <p:cNvSpPr txBox="1"/>
          <p:nvPr/>
        </p:nvSpPr>
        <p:spPr>
          <a:xfrm>
            <a:off x="10655300" y="5614670"/>
            <a:ext cx="705485" cy="36830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(2,0)</a:t>
            </a:r>
            <a:endParaRPr lang="en-US" altLang="zh-CN" i="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8920" y="482600"/>
            <a:ext cx="9135110" cy="658495"/>
          </a:xfrm>
          <a:prstGeom prst="rect">
            <a:avLst/>
          </a:prstGeom>
        </p:spPr>
      </p:pic>
      <p:pic>
        <p:nvPicPr>
          <p:cNvPr id="4" name="图片 3"/>
          <p:cNvPicPr>
            <a:picLocks noChangeAspect="1"/>
          </p:cNvPicPr>
          <p:nvPr/>
        </p:nvPicPr>
        <p:blipFill>
          <a:blip r:embed="rId2"/>
          <a:stretch>
            <a:fillRect/>
          </a:stretch>
        </p:blipFill>
        <p:spPr>
          <a:xfrm>
            <a:off x="8469630" y="994410"/>
            <a:ext cx="3150235" cy="2474595"/>
          </a:xfrm>
          <a:prstGeom prst="rect">
            <a:avLst/>
          </a:prstGeom>
        </p:spPr>
      </p:pic>
      <p:pic>
        <p:nvPicPr>
          <p:cNvPr id="27" name="图片 26"/>
          <p:cNvPicPr>
            <a:picLocks noChangeAspect="1"/>
          </p:cNvPicPr>
          <p:nvPr/>
        </p:nvPicPr>
        <p:blipFill>
          <a:blip r:embed="rId3"/>
          <a:srcRect b="51609"/>
          <a:stretch>
            <a:fillRect/>
          </a:stretch>
        </p:blipFill>
        <p:spPr>
          <a:xfrm>
            <a:off x="970915" y="1269365"/>
            <a:ext cx="6717665" cy="2294890"/>
          </a:xfrm>
          <a:prstGeom prst="rect">
            <a:avLst/>
          </a:prstGeom>
        </p:spPr>
      </p:pic>
      <p:pic>
        <p:nvPicPr>
          <p:cNvPr id="28" name="图片 27"/>
          <p:cNvPicPr>
            <a:picLocks noChangeAspect="1"/>
          </p:cNvPicPr>
          <p:nvPr/>
        </p:nvPicPr>
        <p:blipFill>
          <a:blip r:embed="rId3"/>
          <a:srcRect t="53611" b="11844"/>
          <a:stretch>
            <a:fillRect/>
          </a:stretch>
        </p:blipFill>
        <p:spPr>
          <a:xfrm>
            <a:off x="769620" y="3564255"/>
            <a:ext cx="7700010" cy="18776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87985" y="240665"/>
            <a:ext cx="9917430" cy="706755"/>
          </a:xfrm>
          <a:prstGeom prst="rect">
            <a:avLst/>
          </a:prstGeom>
          <a:noFill/>
        </p:spPr>
        <p:txBody>
          <a:bodyPr wrap="square" rtlCol="0">
            <a:spAutoFit/>
          </a:bodyPr>
          <a:p>
            <a:r>
              <a:rPr lang="zh-CN" altLang="en-US" sz="4000"/>
              <a:t>三</a:t>
            </a:r>
            <a:r>
              <a:rPr lang="zh-CN" altLang="en-US" sz="4000"/>
              <a:t>重积分的概念</a:t>
            </a:r>
            <a:endParaRPr lang="zh-CN" altLang="en-US" sz="4000"/>
          </a:p>
        </p:txBody>
      </p:sp>
      <p:pic>
        <p:nvPicPr>
          <p:cNvPr id="2" name="图片 1"/>
          <p:cNvPicPr>
            <a:picLocks noChangeAspect="1"/>
          </p:cNvPicPr>
          <p:nvPr/>
        </p:nvPicPr>
        <p:blipFill>
          <a:blip r:embed="rId1"/>
          <a:srcRect t="431"/>
          <a:stretch>
            <a:fillRect/>
          </a:stretch>
        </p:blipFill>
        <p:spPr>
          <a:xfrm>
            <a:off x="1012190" y="1329055"/>
            <a:ext cx="10424160" cy="52749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99135" y="1039495"/>
            <a:ext cx="5551805" cy="583565"/>
          </a:xfrm>
          <a:prstGeom prst="rect">
            <a:avLst/>
          </a:prstGeom>
          <a:noFill/>
        </p:spPr>
        <p:txBody>
          <a:bodyPr wrap="square" rtlCol="0" anchor="t">
            <a:spAutoFit/>
          </a:bodyPr>
          <a:p>
            <a:r>
              <a:rPr lang="zh-CN" altLang="en-US" sz="3200"/>
              <a:t>直角坐标下</a:t>
            </a:r>
            <a:endParaRPr lang="zh-CN" altLang="en-US" sz="3200"/>
          </a:p>
        </p:txBody>
      </p:sp>
      <p:grpSp>
        <p:nvGrpSpPr>
          <p:cNvPr id="8" name="组合 7"/>
          <p:cNvGrpSpPr/>
          <p:nvPr/>
        </p:nvGrpSpPr>
        <p:grpSpPr>
          <a:xfrm>
            <a:off x="1842770" y="1842770"/>
            <a:ext cx="8868410" cy="4668520"/>
            <a:chOff x="2975" y="3066"/>
            <a:chExt cx="13966" cy="7352"/>
          </a:xfrm>
        </p:grpSpPr>
        <p:pic>
          <p:nvPicPr>
            <p:cNvPr id="2" name="图片 1"/>
            <p:cNvPicPr>
              <a:picLocks noChangeAspect="1"/>
            </p:cNvPicPr>
            <p:nvPr/>
          </p:nvPicPr>
          <p:blipFill>
            <a:blip r:embed="rId1"/>
            <a:stretch>
              <a:fillRect/>
            </a:stretch>
          </p:blipFill>
          <p:spPr>
            <a:xfrm>
              <a:off x="2975" y="3774"/>
              <a:ext cx="4728" cy="6645"/>
            </a:xfrm>
            <a:prstGeom prst="rect">
              <a:avLst/>
            </a:prstGeom>
          </p:spPr>
        </p:pic>
        <p:sp>
          <p:nvSpPr>
            <p:cNvPr id="4" name="文本框 3"/>
            <p:cNvSpPr txBox="1"/>
            <p:nvPr/>
          </p:nvSpPr>
          <p:spPr>
            <a:xfrm>
              <a:off x="2975" y="3066"/>
              <a:ext cx="5561" cy="822"/>
            </a:xfrm>
            <a:prstGeom prst="rect">
              <a:avLst/>
            </a:prstGeom>
            <a:noFill/>
          </p:spPr>
          <p:txBody>
            <a:bodyPr wrap="square" rtlCol="0" anchor="t">
              <a:spAutoFit/>
            </a:bodyPr>
            <a:p>
              <a:r>
                <a:rPr lang="zh-CN" altLang="en-US" sz="2800">
                  <a:solidFill>
                    <a:srgbClr val="FF0000"/>
                  </a:solidFill>
                </a:rPr>
                <a:t>投影法（先一后二）</a:t>
              </a:r>
              <a:endParaRPr lang="zh-CN" altLang="en-US" sz="2800">
                <a:solidFill>
                  <a:srgbClr val="FF0000"/>
                </a:solidFill>
              </a:endParaRPr>
            </a:p>
          </p:txBody>
        </p:sp>
        <p:pic>
          <p:nvPicPr>
            <p:cNvPr id="5" name="图片 4"/>
            <p:cNvPicPr>
              <a:picLocks noChangeAspect="1"/>
            </p:cNvPicPr>
            <p:nvPr/>
          </p:nvPicPr>
          <p:blipFill>
            <a:blip r:embed="rId2"/>
            <a:stretch>
              <a:fillRect/>
            </a:stretch>
          </p:blipFill>
          <p:spPr>
            <a:xfrm>
              <a:off x="11195" y="4353"/>
              <a:ext cx="4779" cy="5157"/>
            </a:xfrm>
            <a:prstGeom prst="rect">
              <a:avLst/>
            </a:prstGeom>
          </p:spPr>
        </p:pic>
        <p:sp>
          <p:nvSpPr>
            <p:cNvPr id="6" name="文本框 5"/>
            <p:cNvSpPr txBox="1"/>
            <p:nvPr/>
          </p:nvSpPr>
          <p:spPr>
            <a:xfrm>
              <a:off x="11381" y="3066"/>
              <a:ext cx="5561" cy="822"/>
            </a:xfrm>
            <a:prstGeom prst="rect">
              <a:avLst/>
            </a:prstGeom>
            <a:noFill/>
          </p:spPr>
          <p:txBody>
            <a:bodyPr wrap="square" rtlCol="0" anchor="t">
              <a:spAutoFit/>
            </a:bodyPr>
            <a:p>
              <a:r>
                <a:rPr lang="zh-CN" altLang="en-US" sz="2800">
                  <a:solidFill>
                    <a:srgbClr val="FF0000"/>
                  </a:solidFill>
                </a:rPr>
                <a:t>截面法（先二后一</a:t>
              </a:r>
              <a:r>
                <a:rPr lang="zh-CN" altLang="en-US" sz="2800">
                  <a:solidFill>
                    <a:srgbClr val="FF0000"/>
                  </a:solidFill>
                </a:rPr>
                <a:t>）</a:t>
              </a:r>
              <a:endParaRPr lang="zh-CN" altLang="en-US" sz="2800">
                <a:solidFill>
                  <a:srgbClr val="FF0000"/>
                </a:solidFill>
              </a:endParaRPr>
            </a:p>
          </p:txBody>
        </p:sp>
      </p:grpSp>
      <p:sp>
        <p:nvSpPr>
          <p:cNvPr id="7" name="文本框 6"/>
          <p:cNvSpPr txBox="1"/>
          <p:nvPr/>
        </p:nvSpPr>
        <p:spPr>
          <a:xfrm>
            <a:off x="387985" y="240665"/>
            <a:ext cx="9917430" cy="706755"/>
          </a:xfrm>
          <a:prstGeom prst="rect">
            <a:avLst/>
          </a:prstGeom>
          <a:noFill/>
        </p:spPr>
        <p:txBody>
          <a:bodyPr wrap="square" rtlCol="0">
            <a:spAutoFit/>
          </a:bodyPr>
          <a:p>
            <a:r>
              <a:rPr lang="zh-CN" altLang="en-US" sz="4000"/>
              <a:t>三重积分的计算</a:t>
            </a:r>
            <a:endParaRPr lang="zh-CN" altLang="en-US" sz="4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7200" y="358775"/>
            <a:ext cx="5551805" cy="583565"/>
          </a:xfrm>
          <a:prstGeom prst="rect">
            <a:avLst/>
          </a:prstGeom>
          <a:noFill/>
        </p:spPr>
        <p:txBody>
          <a:bodyPr wrap="square" rtlCol="0" anchor="t">
            <a:spAutoFit/>
          </a:bodyPr>
          <a:p>
            <a:r>
              <a:rPr lang="zh-CN" altLang="en-US" sz="3200"/>
              <a:t>利用柱坐标计算</a:t>
            </a:r>
            <a:endParaRPr lang="zh-CN" altLang="en-US" sz="3200"/>
          </a:p>
        </p:txBody>
      </p:sp>
      <p:pic>
        <p:nvPicPr>
          <p:cNvPr id="2" name="图片 1"/>
          <p:cNvPicPr>
            <a:picLocks noChangeAspect="1"/>
          </p:cNvPicPr>
          <p:nvPr/>
        </p:nvPicPr>
        <p:blipFill>
          <a:blip r:embed="rId1"/>
          <a:stretch>
            <a:fillRect/>
          </a:stretch>
        </p:blipFill>
        <p:spPr>
          <a:xfrm>
            <a:off x="8891270" y="358775"/>
            <a:ext cx="2309495" cy="3236595"/>
          </a:xfrm>
          <a:prstGeom prst="rect">
            <a:avLst/>
          </a:prstGeom>
        </p:spPr>
      </p:pic>
      <p:pic>
        <p:nvPicPr>
          <p:cNvPr id="4" name="图片 3"/>
          <p:cNvPicPr>
            <a:picLocks noChangeAspect="1"/>
          </p:cNvPicPr>
          <p:nvPr/>
        </p:nvPicPr>
        <p:blipFill>
          <a:blip r:embed="rId2"/>
          <a:stretch>
            <a:fillRect/>
          </a:stretch>
        </p:blipFill>
        <p:spPr>
          <a:xfrm>
            <a:off x="1068705" y="1085215"/>
            <a:ext cx="7035800" cy="2136140"/>
          </a:xfrm>
          <a:prstGeom prst="rect">
            <a:avLst/>
          </a:prstGeom>
        </p:spPr>
      </p:pic>
      <p:sp>
        <p:nvSpPr>
          <p:cNvPr id="5" name="文本框 4"/>
          <p:cNvSpPr txBox="1"/>
          <p:nvPr/>
        </p:nvSpPr>
        <p:spPr>
          <a:xfrm>
            <a:off x="457200" y="3291205"/>
            <a:ext cx="5551805" cy="583565"/>
          </a:xfrm>
          <a:prstGeom prst="rect">
            <a:avLst/>
          </a:prstGeom>
          <a:noFill/>
        </p:spPr>
        <p:txBody>
          <a:bodyPr wrap="square" rtlCol="0" anchor="t">
            <a:spAutoFit/>
          </a:bodyPr>
          <a:p>
            <a:r>
              <a:rPr lang="zh-CN" altLang="en-US" sz="3200"/>
              <a:t>利用球</a:t>
            </a:r>
            <a:r>
              <a:rPr lang="zh-CN" altLang="en-US" sz="3200"/>
              <a:t>坐标计算</a:t>
            </a:r>
            <a:endParaRPr lang="zh-CN" altLang="en-US" sz="3200"/>
          </a:p>
        </p:txBody>
      </p:sp>
      <p:pic>
        <p:nvPicPr>
          <p:cNvPr id="6" name="图片 5"/>
          <p:cNvPicPr>
            <a:picLocks noChangeAspect="1"/>
          </p:cNvPicPr>
          <p:nvPr/>
        </p:nvPicPr>
        <p:blipFill>
          <a:blip r:embed="rId3"/>
          <a:stretch>
            <a:fillRect/>
          </a:stretch>
        </p:blipFill>
        <p:spPr>
          <a:xfrm>
            <a:off x="1222375" y="4149090"/>
            <a:ext cx="6728460" cy="1551940"/>
          </a:xfrm>
          <a:prstGeom prst="rect">
            <a:avLst/>
          </a:prstGeom>
        </p:spPr>
      </p:pic>
      <p:sp>
        <p:nvSpPr>
          <p:cNvPr id="7" name="矩形 6"/>
          <p:cNvSpPr/>
          <p:nvPr/>
        </p:nvSpPr>
        <p:spPr>
          <a:xfrm>
            <a:off x="6673215" y="167005"/>
            <a:ext cx="2447290" cy="1212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8" name="组合 7"/>
          <p:cNvGrpSpPr/>
          <p:nvPr/>
        </p:nvGrpSpPr>
        <p:grpSpPr>
          <a:xfrm>
            <a:off x="8795385" y="3656965"/>
            <a:ext cx="2133600" cy="2879090"/>
            <a:chOff x="12960" y="960"/>
            <a:chExt cx="3360" cy="4534"/>
          </a:xfrm>
        </p:grpSpPr>
        <p:grpSp>
          <p:nvGrpSpPr>
            <p:cNvPr id="235522" name="Group 2"/>
            <p:cNvGrpSpPr/>
            <p:nvPr/>
          </p:nvGrpSpPr>
          <p:grpSpPr bwMode="auto">
            <a:xfrm>
              <a:off x="12960" y="960"/>
              <a:ext cx="3360" cy="4063"/>
              <a:chOff x="4224" y="384"/>
              <a:chExt cx="1344" cy="1625"/>
            </a:xfrm>
          </p:grpSpPr>
          <p:sp>
            <p:nvSpPr>
              <p:cNvPr id="235523" name="Arc 3"/>
              <p:cNvSpPr/>
              <p:nvPr/>
            </p:nvSpPr>
            <p:spPr bwMode="auto">
              <a:xfrm>
                <a:off x="4896" y="961"/>
                <a:ext cx="176" cy="288"/>
              </a:xfrm>
              <a:custGeom>
                <a:avLst/>
                <a:gdLst>
                  <a:gd name="G0" fmla="+- 0 0 0"/>
                  <a:gd name="G1" fmla="+- 21600 0 0"/>
                  <a:gd name="G2" fmla="+- 21600 0 0"/>
                  <a:gd name="T0" fmla="*/ 0 w 19758"/>
                  <a:gd name="T1" fmla="*/ 0 h 21600"/>
                  <a:gd name="T2" fmla="*/ 19758 w 19758"/>
                  <a:gd name="T3" fmla="*/ 12871 h 21600"/>
                  <a:gd name="T4" fmla="*/ 0 w 19758"/>
                  <a:gd name="T5" fmla="*/ 21600 h 21600"/>
                </a:gdLst>
                <a:ahLst/>
                <a:cxnLst>
                  <a:cxn ang="0">
                    <a:pos x="T0" y="T1"/>
                  </a:cxn>
                  <a:cxn ang="0">
                    <a:pos x="T2" y="T3"/>
                  </a:cxn>
                  <a:cxn ang="0">
                    <a:pos x="T4" y="T5"/>
                  </a:cxn>
                </a:cxnLst>
                <a:rect l="0" t="0" r="r" b="b"/>
                <a:pathLst>
                  <a:path w="19758" h="21600" fill="none" extrusionOk="0">
                    <a:moveTo>
                      <a:pt x="0" y="0"/>
                    </a:moveTo>
                    <a:cubicBezTo>
                      <a:pt x="8553" y="0"/>
                      <a:pt x="16301" y="5047"/>
                      <a:pt x="19757" y="12871"/>
                    </a:cubicBezTo>
                  </a:path>
                  <a:path w="19758" h="21600" stroke="0" extrusionOk="0">
                    <a:moveTo>
                      <a:pt x="0" y="0"/>
                    </a:moveTo>
                    <a:cubicBezTo>
                      <a:pt x="8553" y="0"/>
                      <a:pt x="16301" y="5047"/>
                      <a:pt x="19757" y="12871"/>
                    </a:cubicBezTo>
                    <a:lnTo>
                      <a:pt x="0" y="21600"/>
                    </a:lnTo>
                    <a:close/>
                  </a:path>
                </a:pathLst>
              </a:custGeom>
              <a:noFill/>
              <a:ln w="19050">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24" name="Line 4"/>
              <p:cNvSpPr>
                <a:spLocks noChangeShapeType="1"/>
              </p:cNvSpPr>
              <p:nvPr/>
            </p:nvSpPr>
            <p:spPr bwMode="auto">
              <a:xfrm flipV="1">
                <a:off x="4608" y="1033"/>
                <a:ext cx="663" cy="55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25" name="Line 5"/>
              <p:cNvSpPr>
                <a:spLocks noChangeShapeType="1"/>
              </p:cNvSpPr>
              <p:nvPr/>
            </p:nvSpPr>
            <p:spPr bwMode="auto">
              <a:xfrm flipV="1">
                <a:off x="5242" y="864"/>
                <a:ext cx="230" cy="182"/>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26" name="Arc 6"/>
              <p:cNvSpPr/>
              <p:nvPr/>
            </p:nvSpPr>
            <p:spPr bwMode="auto">
              <a:xfrm>
                <a:off x="5040" y="865"/>
                <a:ext cx="181" cy="288"/>
              </a:xfrm>
              <a:custGeom>
                <a:avLst/>
                <a:gdLst>
                  <a:gd name="G0" fmla="+- 0 0 0"/>
                  <a:gd name="G1" fmla="+- 21600 0 0"/>
                  <a:gd name="G2" fmla="+- 21600 0 0"/>
                  <a:gd name="T0" fmla="*/ 0 w 20344"/>
                  <a:gd name="T1" fmla="*/ 0 h 21600"/>
                  <a:gd name="T2" fmla="*/ 20344 w 20344"/>
                  <a:gd name="T3" fmla="*/ 14341 h 21600"/>
                  <a:gd name="T4" fmla="*/ 0 w 20344"/>
                  <a:gd name="T5" fmla="*/ 21600 h 21600"/>
                </a:gdLst>
                <a:ahLst/>
                <a:cxnLst>
                  <a:cxn ang="0">
                    <a:pos x="T0" y="T1"/>
                  </a:cxn>
                  <a:cxn ang="0">
                    <a:pos x="T2" y="T3"/>
                  </a:cxn>
                  <a:cxn ang="0">
                    <a:pos x="T4" y="T5"/>
                  </a:cxn>
                </a:cxnLst>
                <a:rect l="0" t="0" r="r" b="b"/>
                <a:pathLst>
                  <a:path w="20344" h="21600" fill="none" extrusionOk="0">
                    <a:moveTo>
                      <a:pt x="0" y="0"/>
                    </a:moveTo>
                    <a:cubicBezTo>
                      <a:pt x="9130" y="0"/>
                      <a:pt x="17275" y="5741"/>
                      <a:pt x="20343" y="14341"/>
                    </a:cubicBezTo>
                  </a:path>
                  <a:path w="20344" h="21600" stroke="0" extrusionOk="0">
                    <a:moveTo>
                      <a:pt x="0" y="0"/>
                    </a:moveTo>
                    <a:cubicBezTo>
                      <a:pt x="9130" y="0"/>
                      <a:pt x="17275" y="5741"/>
                      <a:pt x="20343" y="14341"/>
                    </a:cubicBezTo>
                    <a:lnTo>
                      <a:pt x="0" y="21600"/>
                    </a:lnTo>
                    <a:close/>
                  </a:path>
                </a:pathLst>
              </a:custGeom>
              <a:noFill/>
              <a:ln w="19050">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27" name="Arc 7"/>
              <p:cNvSpPr/>
              <p:nvPr/>
            </p:nvSpPr>
            <p:spPr bwMode="auto">
              <a:xfrm flipH="1" flipV="1">
                <a:off x="4896" y="864"/>
                <a:ext cx="254" cy="184"/>
              </a:xfrm>
              <a:custGeom>
                <a:avLst/>
                <a:gdLst>
                  <a:gd name="G0" fmla="+- 0 0 0"/>
                  <a:gd name="G1" fmla="+- 0 0 0"/>
                  <a:gd name="G2" fmla="+- 21600 0 0"/>
                  <a:gd name="T0" fmla="*/ 18296 w 18296"/>
                  <a:gd name="T1" fmla="*/ 11480 h 21127"/>
                  <a:gd name="T2" fmla="*/ 4496 w 18296"/>
                  <a:gd name="T3" fmla="*/ 21127 h 21127"/>
                  <a:gd name="T4" fmla="*/ 0 w 18296"/>
                  <a:gd name="T5" fmla="*/ 0 h 21127"/>
                </a:gdLst>
                <a:ahLst/>
                <a:cxnLst>
                  <a:cxn ang="0">
                    <a:pos x="T0" y="T1"/>
                  </a:cxn>
                  <a:cxn ang="0">
                    <a:pos x="T2" y="T3"/>
                  </a:cxn>
                  <a:cxn ang="0">
                    <a:pos x="T4" y="T5"/>
                  </a:cxn>
                </a:cxnLst>
                <a:rect l="0" t="0" r="r" b="b"/>
                <a:pathLst>
                  <a:path w="18296" h="21127" fill="none" extrusionOk="0">
                    <a:moveTo>
                      <a:pt x="18296" y="11480"/>
                    </a:moveTo>
                    <a:cubicBezTo>
                      <a:pt x="15190" y="16430"/>
                      <a:pt x="10211" y="19910"/>
                      <a:pt x="4495" y="21126"/>
                    </a:cubicBezTo>
                  </a:path>
                  <a:path w="18296" h="21127" stroke="0" extrusionOk="0">
                    <a:moveTo>
                      <a:pt x="18296" y="11480"/>
                    </a:moveTo>
                    <a:cubicBezTo>
                      <a:pt x="15190" y="16430"/>
                      <a:pt x="10211" y="19910"/>
                      <a:pt x="4495" y="21126"/>
                    </a:cubicBezTo>
                    <a:lnTo>
                      <a:pt x="0" y="0"/>
                    </a:lnTo>
                    <a:close/>
                  </a:path>
                </a:pathLst>
              </a:custGeom>
              <a:noFill/>
              <a:ln w="28575">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28" name="Line 8"/>
              <p:cNvSpPr>
                <a:spLocks noChangeShapeType="1"/>
              </p:cNvSpPr>
              <p:nvPr/>
            </p:nvSpPr>
            <p:spPr bwMode="auto">
              <a:xfrm>
                <a:off x="4608" y="1584"/>
                <a:ext cx="9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sp>
            <p:nvSpPr>
              <p:cNvPr id="235529" name="Line 9"/>
              <p:cNvSpPr>
                <a:spLocks noChangeShapeType="1"/>
              </p:cNvSpPr>
              <p:nvPr/>
            </p:nvSpPr>
            <p:spPr bwMode="auto">
              <a:xfrm flipV="1">
                <a:off x="4608" y="384"/>
                <a:ext cx="0" cy="1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sp>
            <p:nvSpPr>
              <p:cNvPr id="235530" name="Line 10"/>
              <p:cNvSpPr>
                <a:spLocks noChangeShapeType="1"/>
              </p:cNvSpPr>
              <p:nvPr/>
            </p:nvSpPr>
            <p:spPr bwMode="auto">
              <a:xfrm flipH="1">
                <a:off x="4224" y="1584"/>
                <a:ext cx="384"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graphicFrame>
            <p:nvGraphicFramePr>
              <p:cNvPr id="235531" name="Object 11"/>
              <p:cNvGraphicFramePr>
                <a:graphicFrameLocks noChangeAspect="1"/>
              </p:cNvGraphicFramePr>
              <p:nvPr/>
            </p:nvGraphicFramePr>
            <p:xfrm>
              <a:off x="4296" y="1872"/>
              <a:ext cx="130" cy="137"/>
            </p:xfrm>
            <a:graphic>
              <a:graphicData uri="http://schemas.openxmlformats.org/presentationml/2006/ole">
                <mc:AlternateContent xmlns:mc="http://schemas.openxmlformats.org/markup-compatibility/2006">
                  <mc:Choice xmlns:v="urn:schemas-microsoft-com:vml" Requires="v">
                    <p:oleObj spid="_x0000_s30274" name="Equation" r:id="rId4" imgW="5486400" imgH="5791200" progId="Equation.3">
                      <p:embed/>
                    </p:oleObj>
                  </mc:Choice>
                  <mc:Fallback>
                    <p:oleObj name="Equation" r:id="rId4" imgW="5486400" imgH="57912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 y="1872"/>
                            <a:ext cx="130"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2" name="Object 12"/>
              <p:cNvGraphicFramePr>
                <a:graphicFrameLocks noChangeAspect="1"/>
              </p:cNvGraphicFramePr>
              <p:nvPr/>
            </p:nvGraphicFramePr>
            <p:xfrm>
              <a:off x="5416" y="1640"/>
              <a:ext cx="137" cy="180"/>
            </p:xfrm>
            <a:graphic>
              <a:graphicData uri="http://schemas.openxmlformats.org/presentationml/2006/ole">
                <mc:AlternateContent xmlns:mc="http://schemas.openxmlformats.org/markup-compatibility/2006">
                  <mc:Choice xmlns:v="urn:schemas-microsoft-com:vml" Requires="v">
                    <p:oleObj spid="_x0000_s30275" name="Equation" r:id="rId6" imgW="5791200" imgH="7620000" progId="Equation.3">
                      <p:embed/>
                    </p:oleObj>
                  </mc:Choice>
                  <mc:Fallback>
                    <p:oleObj name="Equation" r:id="rId6" imgW="5791200" imgH="76200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6" y="1640"/>
                            <a:ext cx="13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3" name="Object 13"/>
              <p:cNvGraphicFramePr>
                <a:graphicFrameLocks noChangeAspect="1"/>
              </p:cNvGraphicFramePr>
              <p:nvPr/>
            </p:nvGraphicFramePr>
            <p:xfrm>
              <a:off x="4444" y="384"/>
              <a:ext cx="122" cy="122"/>
            </p:xfrm>
            <a:graphic>
              <a:graphicData uri="http://schemas.openxmlformats.org/presentationml/2006/ole">
                <mc:AlternateContent xmlns:mc="http://schemas.openxmlformats.org/markup-compatibility/2006">
                  <mc:Choice xmlns:v="urn:schemas-microsoft-com:vml" Requires="v">
                    <p:oleObj spid="_x0000_s30276" name="Equation" r:id="rId8" imgW="5181600" imgH="5181600" progId="Equation.3">
                      <p:embed/>
                    </p:oleObj>
                  </mc:Choice>
                  <mc:Fallback>
                    <p:oleObj name="Equation" r:id="rId8" imgW="5181600" imgH="5181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4" y="384"/>
                            <a:ext cx="122" cy="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34" name="Line 14"/>
              <p:cNvSpPr>
                <a:spLocks noChangeShapeType="1"/>
              </p:cNvSpPr>
              <p:nvPr/>
            </p:nvSpPr>
            <p:spPr bwMode="auto">
              <a:xfrm flipV="1">
                <a:off x="4608" y="883"/>
                <a:ext cx="431" cy="70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35" name="Line 15"/>
              <p:cNvSpPr>
                <a:spLocks noChangeShapeType="1"/>
              </p:cNvSpPr>
              <p:nvPr/>
            </p:nvSpPr>
            <p:spPr bwMode="auto">
              <a:xfrm flipV="1">
                <a:off x="5056" y="576"/>
                <a:ext cx="176" cy="273"/>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36" name="Arc 16"/>
              <p:cNvSpPr/>
              <p:nvPr/>
            </p:nvSpPr>
            <p:spPr bwMode="auto">
              <a:xfrm>
                <a:off x="5040" y="674"/>
                <a:ext cx="236" cy="336"/>
              </a:xfrm>
              <a:custGeom>
                <a:avLst/>
                <a:gdLst>
                  <a:gd name="G0" fmla="+- 0 0 0"/>
                  <a:gd name="G1" fmla="+- 21600 0 0"/>
                  <a:gd name="G2" fmla="+- 21600 0 0"/>
                  <a:gd name="T0" fmla="*/ 0 w 21196"/>
                  <a:gd name="T1" fmla="*/ 0 h 21600"/>
                  <a:gd name="T2" fmla="*/ 21196 w 21196"/>
                  <a:gd name="T3" fmla="*/ 17444 h 21600"/>
                  <a:gd name="T4" fmla="*/ 0 w 21196"/>
                  <a:gd name="T5" fmla="*/ 21600 h 21600"/>
                </a:gdLst>
                <a:ahLst/>
                <a:cxnLst>
                  <a:cxn ang="0">
                    <a:pos x="T0" y="T1"/>
                  </a:cxn>
                  <a:cxn ang="0">
                    <a:pos x="T2" y="T3"/>
                  </a:cxn>
                  <a:cxn ang="0">
                    <a:pos x="T4" y="T5"/>
                  </a:cxn>
                </a:cxnLst>
                <a:rect l="0" t="0" r="r" b="b"/>
                <a:pathLst>
                  <a:path w="21196" h="21600" fill="none" extrusionOk="0">
                    <a:moveTo>
                      <a:pt x="0" y="0"/>
                    </a:moveTo>
                    <a:cubicBezTo>
                      <a:pt x="10326" y="0"/>
                      <a:pt x="19209" y="7309"/>
                      <a:pt x="21196" y="17443"/>
                    </a:cubicBezTo>
                  </a:path>
                  <a:path w="21196" h="21600" stroke="0" extrusionOk="0">
                    <a:moveTo>
                      <a:pt x="0" y="0"/>
                    </a:moveTo>
                    <a:cubicBezTo>
                      <a:pt x="10326" y="0"/>
                      <a:pt x="19209" y="7309"/>
                      <a:pt x="21196" y="17443"/>
                    </a:cubicBezTo>
                    <a:lnTo>
                      <a:pt x="0" y="21600"/>
                    </a:lnTo>
                    <a:close/>
                  </a:path>
                </a:pathLst>
              </a:custGeom>
              <a:noFill/>
              <a:ln w="28575">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37" name="Line 17"/>
              <p:cNvSpPr>
                <a:spLocks noChangeShapeType="1"/>
              </p:cNvSpPr>
              <p:nvPr/>
            </p:nvSpPr>
            <p:spPr bwMode="auto">
              <a:xfrm flipV="1">
                <a:off x="4608" y="1128"/>
                <a:ext cx="451" cy="45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38" name="Line 18"/>
              <p:cNvSpPr>
                <a:spLocks noChangeShapeType="1"/>
              </p:cNvSpPr>
              <p:nvPr/>
            </p:nvSpPr>
            <p:spPr bwMode="auto">
              <a:xfrm flipV="1">
                <a:off x="5059" y="912"/>
                <a:ext cx="231" cy="212"/>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39" name="Line 19"/>
              <p:cNvSpPr>
                <a:spLocks noChangeShapeType="1"/>
              </p:cNvSpPr>
              <p:nvPr/>
            </p:nvSpPr>
            <p:spPr bwMode="auto">
              <a:xfrm flipV="1">
                <a:off x="4608" y="965"/>
                <a:ext cx="288" cy="619"/>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40" name="Line 20"/>
              <p:cNvSpPr>
                <a:spLocks noChangeShapeType="1"/>
              </p:cNvSpPr>
              <p:nvPr/>
            </p:nvSpPr>
            <p:spPr bwMode="auto">
              <a:xfrm flipV="1">
                <a:off x="4896" y="672"/>
                <a:ext cx="144" cy="288"/>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41" name="Arc 21"/>
              <p:cNvSpPr/>
              <p:nvPr/>
            </p:nvSpPr>
            <p:spPr bwMode="auto">
              <a:xfrm>
                <a:off x="5232" y="577"/>
                <a:ext cx="238" cy="336"/>
              </a:xfrm>
              <a:custGeom>
                <a:avLst/>
                <a:gdLst>
                  <a:gd name="G0" fmla="+- 0 0 0"/>
                  <a:gd name="G1" fmla="+- 21600 0 0"/>
                  <a:gd name="G2" fmla="+- 21600 0 0"/>
                  <a:gd name="T0" fmla="*/ 0 w 21378"/>
                  <a:gd name="T1" fmla="*/ 0 h 21600"/>
                  <a:gd name="T2" fmla="*/ 21378 w 21378"/>
                  <a:gd name="T3" fmla="*/ 18511 h 21600"/>
                  <a:gd name="T4" fmla="*/ 0 w 21378"/>
                  <a:gd name="T5" fmla="*/ 21600 h 21600"/>
                </a:gdLst>
                <a:ahLst/>
                <a:cxnLst>
                  <a:cxn ang="0">
                    <a:pos x="T0" y="T1"/>
                  </a:cxn>
                  <a:cxn ang="0">
                    <a:pos x="T2" y="T3"/>
                  </a:cxn>
                  <a:cxn ang="0">
                    <a:pos x="T4" y="T5"/>
                  </a:cxn>
                </a:cxnLst>
                <a:rect l="0" t="0" r="r" b="b"/>
                <a:pathLst>
                  <a:path w="21378" h="21600" fill="none" extrusionOk="0">
                    <a:moveTo>
                      <a:pt x="0" y="0"/>
                    </a:moveTo>
                    <a:cubicBezTo>
                      <a:pt x="10736" y="0"/>
                      <a:pt x="19842" y="7885"/>
                      <a:pt x="21377" y="18511"/>
                    </a:cubicBezTo>
                  </a:path>
                  <a:path w="21378" h="21600" stroke="0" extrusionOk="0">
                    <a:moveTo>
                      <a:pt x="0" y="0"/>
                    </a:moveTo>
                    <a:cubicBezTo>
                      <a:pt x="10736" y="0"/>
                      <a:pt x="19842" y="7885"/>
                      <a:pt x="21377" y="18511"/>
                    </a:cubicBezTo>
                    <a:lnTo>
                      <a:pt x="0" y="21600"/>
                    </a:lnTo>
                    <a:close/>
                  </a:path>
                </a:pathLst>
              </a:custGeom>
              <a:noFill/>
              <a:ln w="19050">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42" name="Arc 22"/>
              <p:cNvSpPr/>
              <p:nvPr/>
            </p:nvSpPr>
            <p:spPr bwMode="auto">
              <a:xfrm flipH="1" flipV="1">
                <a:off x="5037" y="577"/>
                <a:ext cx="238" cy="239"/>
              </a:xfrm>
              <a:custGeom>
                <a:avLst/>
                <a:gdLst>
                  <a:gd name="G0" fmla="+- 0 0 0"/>
                  <a:gd name="G1" fmla="+- 0 0 0"/>
                  <a:gd name="G2" fmla="+- 21600 0 0"/>
                  <a:gd name="T0" fmla="*/ 17138 w 17138"/>
                  <a:gd name="T1" fmla="*/ 13148 h 21445"/>
                  <a:gd name="T2" fmla="*/ 2583 w 17138"/>
                  <a:gd name="T3" fmla="*/ 21445 h 21445"/>
                  <a:gd name="T4" fmla="*/ 0 w 17138"/>
                  <a:gd name="T5" fmla="*/ 0 h 21445"/>
                </a:gdLst>
                <a:ahLst/>
                <a:cxnLst>
                  <a:cxn ang="0">
                    <a:pos x="T0" y="T1"/>
                  </a:cxn>
                  <a:cxn ang="0">
                    <a:pos x="T2" y="T3"/>
                  </a:cxn>
                  <a:cxn ang="0">
                    <a:pos x="T4" y="T5"/>
                  </a:cxn>
                </a:cxnLst>
                <a:rect l="0" t="0" r="r" b="b"/>
                <a:pathLst>
                  <a:path w="17138" h="21445" fill="none" extrusionOk="0">
                    <a:moveTo>
                      <a:pt x="17137" y="13147"/>
                    </a:moveTo>
                    <a:cubicBezTo>
                      <a:pt x="13599" y="17758"/>
                      <a:pt x="8353" y="20749"/>
                      <a:pt x="2583" y="21445"/>
                    </a:cubicBezTo>
                  </a:path>
                  <a:path w="17138" h="21445" stroke="0" extrusionOk="0">
                    <a:moveTo>
                      <a:pt x="17137" y="13147"/>
                    </a:moveTo>
                    <a:cubicBezTo>
                      <a:pt x="13599" y="17758"/>
                      <a:pt x="8353" y="20749"/>
                      <a:pt x="2583" y="21445"/>
                    </a:cubicBezTo>
                    <a:lnTo>
                      <a:pt x="0" y="0"/>
                    </a:lnTo>
                    <a:close/>
                  </a:path>
                </a:pathLst>
              </a:custGeom>
              <a:noFill/>
              <a:ln w="19050">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43" name="Arc 23"/>
              <p:cNvSpPr/>
              <p:nvPr/>
            </p:nvSpPr>
            <p:spPr bwMode="auto">
              <a:xfrm flipH="1" flipV="1">
                <a:off x="5266" y="867"/>
                <a:ext cx="254" cy="184"/>
              </a:xfrm>
              <a:custGeom>
                <a:avLst/>
                <a:gdLst>
                  <a:gd name="G0" fmla="+- 0 0 0"/>
                  <a:gd name="G1" fmla="+- 0 0 0"/>
                  <a:gd name="G2" fmla="+- 21600 0 0"/>
                  <a:gd name="T0" fmla="*/ 18296 w 18296"/>
                  <a:gd name="T1" fmla="*/ 11480 h 21127"/>
                  <a:gd name="T2" fmla="*/ 4496 w 18296"/>
                  <a:gd name="T3" fmla="*/ 21127 h 21127"/>
                  <a:gd name="T4" fmla="*/ 0 w 18296"/>
                  <a:gd name="T5" fmla="*/ 0 h 21127"/>
                </a:gdLst>
                <a:ahLst/>
                <a:cxnLst>
                  <a:cxn ang="0">
                    <a:pos x="T0" y="T1"/>
                  </a:cxn>
                  <a:cxn ang="0">
                    <a:pos x="T2" y="T3"/>
                  </a:cxn>
                  <a:cxn ang="0">
                    <a:pos x="T4" y="T5"/>
                  </a:cxn>
                </a:cxnLst>
                <a:rect l="0" t="0" r="r" b="b"/>
                <a:pathLst>
                  <a:path w="18296" h="21127" fill="none" extrusionOk="0">
                    <a:moveTo>
                      <a:pt x="18296" y="11480"/>
                    </a:moveTo>
                    <a:cubicBezTo>
                      <a:pt x="15190" y="16430"/>
                      <a:pt x="10211" y="19910"/>
                      <a:pt x="4495" y="21126"/>
                    </a:cubicBezTo>
                  </a:path>
                  <a:path w="18296" h="21127" stroke="0" extrusionOk="0">
                    <a:moveTo>
                      <a:pt x="18296" y="11480"/>
                    </a:moveTo>
                    <a:cubicBezTo>
                      <a:pt x="15190" y="16430"/>
                      <a:pt x="10211" y="19910"/>
                      <a:pt x="4495" y="21126"/>
                    </a:cubicBezTo>
                    <a:lnTo>
                      <a:pt x="0" y="0"/>
                    </a:lnTo>
                    <a:close/>
                  </a:path>
                </a:pathLst>
              </a:custGeom>
              <a:noFill/>
              <a:ln w="19050">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sp>
            <p:nvSpPr>
              <p:cNvPr id="235544" name="Arc 24"/>
              <p:cNvSpPr/>
              <p:nvPr/>
            </p:nvSpPr>
            <p:spPr bwMode="auto">
              <a:xfrm flipH="1" flipV="1">
                <a:off x="5040" y="1059"/>
                <a:ext cx="254" cy="184"/>
              </a:xfrm>
              <a:custGeom>
                <a:avLst/>
                <a:gdLst>
                  <a:gd name="G0" fmla="+- 0 0 0"/>
                  <a:gd name="G1" fmla="+- 0 0 0"/>
                  <a:gd name="G2" fmla="+- 21600 0 0"/>
                  <a:gd name="T0" fmla="*/ 18296 w 18296"/>
                  <a:gd name="T1" fmla="*/ 11480 h 21127"/>
                  <a:gd name="T2" fmla="*/ 4496 w 18296"/>
                  <a:gd name="T3" fmla="*/ 21127 h 21127"/>
                  <a:gd name="T4" fmla="*/ 0 w 18296"/>
                  <a:gd name="T5" fmla="*/ 0 h 21127"/>
                </a:gdLst>
                <a:ahLst/>
                <a:cxnLst>
                  <a:cxn ang="0">
                    <a:pos x="T0" y="T1"/>
                  </a:cxn>
                  <a:cxn ang="0">
                    <a:pos x="T2" y="T3"/>
                  </a:cxn>
                  <a:cxn ang="0">
                    <a:pos x="T4" y="T5"/>
                  </a:cxn>
                </a:cxnLst>
                <a:rect l="0" t="0" r="r" b="b"/>
                <a:pathLst>
                  <a:path w="18296" h="21127" fill="none" extrusionOk="0">
                    <a:moveTo>
                      <a:pt x="18296" y="11480"/>
                    </a:moveTo>
                    <a:cubicBezTo>
                      <a:pt x="15190" y="16430"/>
                      <a:pt x="10211" y="19910"/>
                      <a:pt x="4495" y="21126"/>
                    </a:cubicBezTo>
                  </a:path>
                  <a:path w="18296" h="21127" stroke="0" extrusionOk="0">
                    <a:moveTo>
                      <a:pt x="18296" y="11480"/>
                    </a:moveTo>
                    <a:cubicBezTo>
                      <a:pt x="15190" y="16430"/>
                      <a:pt x="10211" y="19910"/>
                      <a:pt x="4495" y="21126"/>
                    </a:cubicBezTo>
                    <a:lnTo>
                      <a:pt x="0" y="0"/>
                    </a:lnTo>
                    <a:close/>
                  </a:path>
                </a:pathLst>
              </a:custGeom>
              <a:noFill/>
              <a:ln w="28575">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graphicFrame>
            <p:nvGraphicFramePr>
              <p:cNvPr id="235545" name="Object 25"/>
              <p:cNvGraphicFramePr>
                <a:graphicFrameLocks noChangeAspect="1"/>
              </p:cNvGraphicFramePr>
              <p:nvPr/>
            </p:nvGraphicFramePr>
            <p:xfrm>
              <a:off x="4431" y="1458"/>
              <a:ext cx="122" cy="137"/>
            </p:xfrm>
            <a:graphic>
              <a:graphicData uri="http://schemas.openxmlformats.org/presentationml/2006/ole">
                <mc:AlternateContent xmlns:mc="http://schemas.openxmlformats.org/markup-compatibility/2006">
                  <mc:Choice xmlns:v="urn:schemas-microsoft-com:vml" Requires="v">
                    <p:oleObj spid="_x0000_s30277" name="Equation" r:id="rId10" imgW="5181600" imgH="5791200" progId="Equation.3">
                      <p:embed/>
                    </p:oleObj>
                  </mc:Choice>
                  <mc:Fallback>
                    <p:oleObj name="Equation" r:id="rId10" imgW="5181600" imgH="5791200" progId="Equation.3">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31" y="1458"/>
                            <a:ext cx="122"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5547" name="Group 27"/>
            <p:cNvGrpSpPr/>
            <p:nvPr/>
          </p:nvGrpSpPr>
          <p:grpSpPr bwMode="auto">
            <a:xfrm>
              <a:off x="14165" y="3025"/>
              <a:ext cx="1740" cy="575"/>
              <a:chOff x="4720" y="1162"/>
              <a:chExt cx="696" cy="230"/>
            </a:xfrm>
          </p:grpSpPr>
          <p:sp>
            <p:nvSpPr>
              <p:cNvPr id="235548" name="Line 28"/>
              <p:cNvSpPr>
                <a:spLocks noChangeShapeType="1"/>
              </p:cNvSpPr>
              <p:nvPr/>
            </p:nvSpPr>
            <p:spPr bwMode="auto">
              <a:xfrm flipH="1">
                <a:off x="4774" y="1296"/>
                <a:ext cx="336" cy="48"/>
              </a:xfrm>
              <a:prstGeom prst="line">
                <a:avLst/>
              </a:prstGeom>
              <a:noFill/>
              <a:ln w="9525">
                <a:solidFill>
                  <a:srgbClr val="99FF33"/>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graphicFrame>
            <p:nvGraphicFramePr>
              <p:cNvPr id="235549" name="Object 29"/>
              <p:cNvGraphicFramePr>
                <a:graphicFrameLocks noChangeAspect="1"/>
              </p:cNvGraphicFramePr>
              <p:nvPr/>
            </p:nvGraphicFramePr>
            <p:xfrm>
              <a:off x="5136" y="1162"/>
              <a:ext cx="280" cy="230"/>
            </p:xfrm>
            <a:graphic>
              <a:graphicData uri="http://schemas.openxmlformats.org/presentationml/2006/ole">
                <mc:AlternateContent xmlns:mc="http://schemas.openxmlformats.org/markup-compatibility/2006">
                  <mc:Choice xmlns:v="urn:schemas-microsoft-com:vml" Requires="v">
                    <p:oleObj spid="_x0000_s30278" name="Equation" r:id="rId12" imgW="11887200" imgH="9753600" progId="Equation.3">
                      <p:embed/>
                    </p:oleObj>
                  </mc:Choice>
                  <mc:Fallback>
                    <p:oleObj name="Equation" r:id="rId12" imgW="11887200" imgH="9753600" progId="Equation.3">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36" y="1162"/>
                            <a:ext cx="280"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0" name="Line 30"/>
              <p:cNvSpPr>
                <a:spLocks noChangeShapeType="1"/>
              </p:cNvSpPr>
              <p:nvPr/>
            </p:nvSpPr>
            <p:spPr bwMode="auto">
              <a:xfrm>
                <a:off x="4720" y="1344"/>
                <a:ext cx="48" cy="48"/>
              </a:xfrm>
              <a:prstGeom prst="line">
                <a:avLst/>
              </a:prstGeom>
              <a:noFill/>
              <a:ln w="28575">
                <a:solidFill>
                  <a:srgbClr val="99FF33"/>
                </a:solidFill>
                <a:round/>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235551" name="Group 31"/>
            <p:cNvGrpSpPr/>
            <p:nvPr/>
          </p:nvGrpSpPr>
          <p:grpSpPr bwMode="auto">
            <a:xfrm>
              <a:off x="13080" y="1320"/>
              <a:ext cx="1920" cy="1080"/>
              <a:chOff x="2016" y="1680"/>
              <a:chExt cx="768" cy="432"/>
            </a:xfrm>
          </p:grpSpPr>
          <p:sp>
            <p:nvSpPr>
              <p:cNvPr id="235552" name="Line 32"/>
              <p:cNvSpPr>
                <a:spLocks noChangeShapeType="1"/>
              </p:cNvSpPr>
              <p:nvPr/>
            </p:nvSpPr>
            <p:spPr bwMode="auto">
              <a:xfrm>
                <a:off x="2352" y="1680"/>
                <a:ext cx="288" cy="432"/>
              </a:xfrm>
              <a:prstGeom prst="line">
                <a:avLst/>
              </a:prstGeom>
              <a:noFill/>
              <a:ln w="9525">
                <a:solidFill>
                  <a:schemeClr val="tx1"/>
                </a:solidFill>
                <a:prstDash val="lg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53" name="Line 33"/>
              <p:cNvSpPr>
                <a:spLocks noChangeShapeType="1"/>
              </p:cNvSpPr>
              <p:nvPr/>
            </p:nvSpPr>
            <p:spPr bwMode="auto">
              <a:xfrm>
                <a:off x="2352" y="1680"/>
                <a:ext cx="432" cy="33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graphicFrame>
            <p:nvGraphicFramePr>
              <p:cNvPr id="235554" name="Object 34"/>
              <p:cNvGraphicFramePr>
                <a:graphicFrameLocks noChangeAspect="1"/>
              </p:cNvGraphicFramePr>
              <p:nvPr/>
            </p:nvGraphicFramePr>
            <p:xfrm>
              <a:off x="2016" y="1872"/>
              <a:ext cx="249" cy="192"/>
            </p:xfrm>
            <a:graphic>
              <a:graphicData uri="http://schemas.openxmlformats.org/presentationml/2006/ole">
                <mc:AlternateContent xmlns:mc="http://schemas.openxmlformats.org/markup-compatibility/2006">
                  <mc:Choice xmlns:v="urn:schemas-microsoft-com:vml" Requires="v">
                    <p:oleObj spid="_x0000_s30279" name="公式" r:id="rId14" imgW="5486400" imgH="4267200" progId="Equation.3">
                      <p:embed/>
                    </p:oleObj>
                  </mc:Choice>
                  <mc:Fallback>
                    <p:oleObj name="公式" r:id="rId14" imgW="5486400" imgH="4267200" progId="Equation.3">
                      <p:embed/>
                      <p:pic>
                        <p:nvPicPr>
                          <p:cNvPr id="0" name="Object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16" y="1872"/>
                            <a:ext cx="24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5" name="Line 35"/>
              <p:cNvSpPr>
                <a:spLocks noChangeShapeType="1"/>
              </p:cNvSpPr>
              <p:nvPr/>
            </p:nvSpPr>
            <p:spPr bwMode="auto">
              <a:xfrm flipV="1">
                <a:off x="2256" y="1776"/>
                <a:ext cx="24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235556" name="Group 36"/>
            <p:cNvGrpSpPr/>
            <p:nvPr/>
          </p:nvGrpSpPr>
          <p:grpSpPr bwMode="auto">
            <a:xfrm>
              <a:off x="13180" y="2905"/>
              <a:ext cx="980" cy="695"/>
              <a:chOff x="4312" y="1162"/>
              <a:chExt cx="392" cy="278"/>
            </a:xfrm>
          </p:grpSpPr>
          <p:sp>
            <p:nvSpPr>
              <p:cNvPr id="235557" name="Freeform 37"/>
              <p:cNvSpPr/>
              <p:nvPr/>
            </p:nvSpPr>
            <p:spPr bwMode="auto">
              <a:xfrm>
                <a:off x="4608" y="1344"/>
                <a:ext cx="96" cy="48"/>
              </a:xfrm>
              <a:custGeom>
                <a:avLst/>
                <a:gdLst>
                  <a:gd name="T0" fmla="*/ 0 w 96"/>
                  <a:gd name="T1" fmla="*/ 48 h 48"/>
                  <a:gd name="T2" fmla="*/ 48 w 96"/>
                  <a:gd name="T3" fmla="*/ 0 h 48"/>
                  <a:gd name="T4" fmla="*/ 96 w 96"/>
                  <a:gd name="T5" fmla="*/ 48 h 48"/>
                </a:gdLst>
                <a:ahLst/>
                <a:cxnLst>
                  <a:cxn ang="0">
                    <a:pos x="T0" y="T1"/>
                  </a:cxn>
                  <a:cxn ang="0">
                    <a:pos x="T2" y="T3"/>
                  </a:cxn>
                  <a:cxn ang="0">
                    <a:pos x="T4" y="T5"/>
                  </a:cxn>
                </a:cxnLst>
                <a:rect l="0" t="0" r="r" b="b"/>
                <a:pathLst>
                  <a:path w="96" h="48">
                    <a:moveTo>
                      <a:pt x="0" y="48"/>
                    </a:moveTo>
                    <a:cubicBezTo>
                      <a:pt x="16" y="24"/>
                      <a:pt x="32" y="0"/>
                      <a:pt x="48" y="0"/>
                    </a:cubicBezTo>
                    <a:cubicBezTo>
                      <a:pt x="64" y="0"/>
                      <a:pt x="80" y="24"/>
                      <a:pt x="96" y="48"/>
                    </a:cubicBezTo>
                  </a:path>
                </a:pathLst>
              </a:custGeom>
              <a:noFill/>
              <a:ln w="38100" cmpd="sng">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graphicFrame>
            <p:nvGraphicFramePr>
              <p:cNvPr id="235558" name="Object 38"/>
              <p:cNvGraphicFramePr>
                <a:graphicFrameLocks noChangeAspect="1"/>
              </p:cNvGraphicFramePr>
              <p:nvPr/>
            </p:nvGraphicFramePr>
            <p:xfrm>
              <a:off x="4312" y="1162"/>
              <a:ext cx="152" cy="182"/>
            </p:xfrm>
            <a:graphic>
              <a:graphicData uri="http://schemas.openxmlformats.org/presentationml/2006/ole">
                <mc:AlternateContent xmlns:mc="http://schemas.openxmlformats.org/markup-compatibility/2006">
                  <mc:Choice xmlns:v="urn:schemas-microsoft-com:vml" Requires="v">
                    <p:oleObj spid="_x0000_s30280" name="Equation" r:id="rId16" imgW="6400800" imgH="7620000" progId="Equation.3">
                      <p:embed/>
                    </p:oleObj>
                  </mc:Choice>
                  <mc:Fallback>
                    <p:oleObj name="Equation" r:id="rId16" imgW="6400800" imgH="7620000" progId="Equation.3">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12" y="1162"/>
                            <a:ext cx="152"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9" name="Line 39"/>
              <p:cNvSpPr>
                <a:spLocks noChangeShapeType="1"/>
              </p:cNvSpPr>
              <p:nvPr/>
            </p:nvSpPr>
            <p:spPr bwMode="auto">
              <a:xfrm>
                <a:off x="4464" y="1296"/>
                <a:ext cx="192" cy="144"/>
              </a:xfrm>
              <a:prstGeom prst="line">
                <a:avLst/>
              </a:prstGeom>
              <a:noFill/>
              <a:ln w="9525">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235560" name="Group 40"/>
            <p:cNvGrpSpPr/>
            <p:nvPr/>
          </p:nvGrpSpPr>
          <p:grpSpPr bwMode="auto">
            <a:xfrm>
              <a:off x="13920" y="2400"/>
              <a:ext cx="720" cy="1560"/>
              <a:chOff x="2352" y="2112"/>
              <a:chExt cx="288" cy="624"/>
            </a:xfrm>
          </p:grpSpPr>
          <p:graphicFrame>
            <p:nvGraphicFramePr>
              <p:cNvPr id="235561" name="Object 41"/>
              <p:cNvGraphicFramePr>
                <a:graphicFrameLocks noChangeAspect="1"/>
              </p:cNvGraphicFramePr>
              <p:nvPr/>
            </p:nvGraphicFramePr>
            <p:xfrm>
              <a:off x="2419" y="2160"/>
              <a:ext cx="173" cy="192"/>
            </p:xfrm>
            <a:graphic>
              <a:graphicData uri="http://schemas.openxmlformats.org/presentationml/2006/ole">
                <mc:AlternateContent xmlns:mc="http://schemas.openxmlformats.org/markup-compatibility/2006">
                  <mc:Choice xmlns:v="urn:schemas-microsoft-com:vml" Requires="v">
                    <p:oleObj spid="_x0000_s30281" name="公式" r:id="rId18" imgW="2743200" imgH="3048000" progId="Equation.3">
                      <p:embed/>
                    </p:oleObj>
                  </mc:Choice>
                  <mc:Fallback>
                    <p:oleObj name="公式" r:id="rId18" imgW="2743200" imgH="3048000" progId="Equation.3">
                      <p:embed/>
                      <p:pic>
                        <p:nvPicPr>
                          <p:cNvPr id="0" name="Object 4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19" y="2160"/>
                            <a:ext cx="17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62" name="Line 42"/>
              <p:cNvSpPr>
                <a:spLocks noChangeShapeType="1"/>
              </p:cNvSpPr>
              <p:nvPr/>
            </p:nvSpPr>
            <p:spPr bwMode="auto">
              <a:xfrm flipV="1">
                <a:off x="2352" y="2112"/>
                <a:ext cx="288" cy="62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p>
                <a:endParaRPr lang="zh-CN" altLang="en-US"/>
              </a:p>
            </p:txBody>
          </p:sp>
        </p:grpSp>
        <p:graphicFrame>
          <p:nvGraphicFramePr>
            <p:cNvPr id="235563" name="Object 43"/>
            <p:cNvGraphicFramePr>
              <a:graphicFrameLocks noChangeAspect="1"/>
            </p:cNvGraphicFramePr>
            <p:nvPr/>
          </p:nvGraphicFramePr>
          <p:xfrm>
            <a:off x="14280" y="1673"/>
            <a:ext cx="573" cy="607"/>
          </p:xfrm>
          <a:graphic>
            <a:graphicData uri="http://schemas.openxmlformats.org/presentationml/2006/ole">
              <mc:AlternateContent xmlns:mc="http://schemas.openxmlformats.org/markup-compatibility/2006">
                <mc:Choice xmlns:v="urn:schemas-microsoft-com:vml" Requires="v">
                  <p:oleObj spid="_x0000_s30282" name="Equation" r:id="rId20" imgW="9144000" imgH="9753600" progId="Equation.3">
                    <p:embed/>
                  </p:oleObj>
                </mc:Choice>
                <mc:Fallback>
                  <p:oleObj name="Equation" r:id="rId20" imgW="9144000" imgH="9753600" progId="Equation.3">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280" y="1673"/>
                          <a:ext cx="573" cy="6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3" name="Line 53"/>
            <p:cNvSpPr>
              <a:spLocks noChangeShapeType="1"/>
            </p:cNvSpPr>
            <p:nvPr/>
          </p:nvSpPr>
          <p:spPr bwMode="auto">
            <a:xfrm flipV="1">
              <a:off x="14680" y="1658"/>
              <a:ext cx="328" cy="725"/>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p>
              <a:endParaRPr lang="zh-CN" altLang="en-US"/>
            </a:p>
          </p:txBody>
        </p:sp>
        <p:grpSp>
          <p:nvGrpSpPr>
            <p:cNvPr id="235575" name="Group 55"/>
            <p:cNvGrpSpPr/>
            <p:nvPr/>
          </p:nvGrpSpPr>
          <p:grpSpPr bwMode="auto">
            <a:xfrm>
              <a:off x="13920" y="2160"/>
              <a:ext cx="1080" cy="2880"/>
              <a:chOff x="4608" y="864"/>
              <a:chExt cx="432" cy="1152"/>
            </a:xfrm>
          </p:grpSpPr>
          <p:sp>
            <p:nvSpPr>
              <p:cNvPr id="235576" name="Line 56"/>
              <p:cNvSpPr>
                <a:spLocks noChangeShapeType="1"/>
              </p:cNvSpPr>
              <p:nvPr/>
            </p:nvSpPr>
            <p:spPr bwMode="auto">
              <a:xfrm>
                <a:off x="4896" y="960"/>
                <a:ext cx="0" cy="1056"/>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77" name="Line 57"/>
              <p:cNvSpPr>
                <a:spLocks noChangeShapeType="1"/>
              </p:cNvSpPr>
              <p:nvPr/>
            </p:nvSpPr>
            <p:spPr bwMode="auto">
              <a:xfrm>
                <a:off x="5040" y="864"/>
                <a:ext cx="0" cy="96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78" name="Line 58"/>
              <p:cNvSpPr>
                <a:spLocks noChangeShapeType="1"/>
              </p:cNvSpPr>
              <p:nvPr/>
            </p:nvSpPr>
            <p:spPr bwMode="auto">
              <a:xfrm>
                <a:off x="4608" y="1584"/>
                <a:ext cx="288" cy="432"/>
              </a:xfrm>
              <a:prstGeom prst="line">
                <a:avLst/>
              </a:prstGeom>
              <a:noFill/>
              <a:ln w="12700">
                <a:solidFill>
                  <a:schemeClr val="tx1"/>
                </a:solidFill>
                <a:prstDash val="lgDash"/>
                <a:round/>
              </a:ln>
              <a:extLst>
                <a:ext uri="{909E8E84-426E-40DD-AFC4-6F175D3DCCD1}">
                  <a14:hiddenFill xmlns:a14="http://schemas.microsoft.com/office/drawing/2010/main">
                    <a:noFill/>
                  </a14:hiddenFill>
                </a:ext>
              </a:extLst>
            </p:spPr>
            <p:txBody>
              <a:bodyPr wrap="none" anchor="ctr"/>
              <a:p>
                <a:endParaRPr lang="zh-CN" altLang="en-US"/>
              </a:p>
            </p:txBody>
          </p:sp>
          <p:sp>
            <p:nvSpPr>
              <p:cNvPr id="235579" name="Line 59"/>
              <p:cNvSpPr>
                <a:spLocks noChangeShapeType="1"/>
              </p:cNvSpPr>
              <p:nvPr/>
            </p:nvSpPr>
            <p:spPr bwMode="auto">
              <a:xfrm>
                <a:off x="4608" y="1584"/>
                <a:ext cx="432" cy="24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p>
                <a:endParaRPr lang="zh-CN" altLang="en-US"/>
              </a:p>
            </p:txBody>
          </p:sp>
        </p:grpSp>
        <p:grpSp>
          <p:nvGrpSpPr>
            <p:cNvPr id="235580" name="Group 60"/>
            <p:cNvGrpSpPr/>
            <p:nvPr/>
          </p:nvGrpSpPr>
          <p:grpSpPr bwMode="auto">
            <a:xfrm>
              <a:off x="13680" y="4080"/>
              <a:ext cx="360" cy="600"/>
              <a:chOff x="4512" y="1632"/>
              <a:chExt cx="144" cy="240"/>
            </a:xfrm>
          </p:grpSpPr>
          <p:graphicFrame>
            <p:nvGraphicFramePr>
              <p:cNvPr id="235581" name="Object 61"/>
              <p:cNvGraphicFramePr>
                <a:graphicFrameLocks noChangeAspect="1"/>
              </p:cNvGraphicFramePr>
              <p:nvPr/>
            </p:nvGraphicFramePr>
            <p:xfrm>
              <a:off x="4512" y="1692"/>
              <a:ext cx="137" cy="180"/>
            </p:xfrm>
            <a:graphic>
              <a:graphicData uri="http://schemas.openxmlformats.org/presentationml/2006/ole">
                <mc:AlternateContent xmlns:mc="http://schemas.openxmlformats.org/markup-compatibility/2006">
                  <mc:Choice xmlns:v="urn:schemas-microsoft-com:vml" Requires="v">
                    <p:oleObj spid="_x0000_s30288" name="Equation" r:id="rId22" imgW="5791200" imgH="7620000" progId="Equation.3">
                      <p:embed/>
                    </p:oleObj>
                  </mc:Choice>
                  <mc:Fallback>
                    <p:oleObj name="Equation" r:id="rId22" imgW="5791200" imgH="7620000" progId="Equation.3">
                      <p:embed/>
                      <p:pic>
                        <p:nvPicPr>
                          <p:cNvPr id="0" name="Object 6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12" y="1692"/>
                            <a:ext cx="13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2" name="Freeform 62"/>
              <p:cNvSpPr/>
              <p:nvPr/>
            </p:nvSpPr>
            <p:spPr bwMode="auto">
              <a:xfrm>
                <a:off x="4560" y="1632"/>
                <a:ext cx="96" cy="45"/>
              </a:xfrm>
              <a:custGeom>
                <a:avLst/>
                <a:gdLst>
                  <a:gd name="T0" fmla="*/ 0 w 96"/>
                  <a:gd name="T1" fmla="*/ 0 h 104"/>
                  <a:gd name="T2" fmla="*/ 48 w 96"/>
                  <a:gd name="T3" fmla="*/ 96 h 104"/>
                  <a:gd name="T4" fmla="*/ 96 w 96"/>
                  <a:gd name="T5" fmla="*/ 48 h 104"/>
                </a:gdLst>
                <a:ahLst/>
                <a:cxnLst>
                  <a:cxn ang="0">
                    <a:pos x="T0" y="T1"/>
                  </a:cxn>
                  <a:cxn ang="0">
                    <a:pos x="T2" y="T3"/>
                  </a:cxn>
                  <a:cxn ang="0">
                    <a:pos x="T4" y="T5"/>
                  </a:cxn>
                </a:cxnLst>
                <a:rect l="0" t="0" r="r" b="b"/>
                <a:pathLst>
                  <a:path w="96" h="104">
                    <a:moveTo>
                      <a:pt x="0" y="0"/>
                    </a:moveTo>
                    <a:cubicBezTo>
                      <a:pt x="16" y="44"/>
                      <a:pt x="32" y="88"/>
                      <a:pt x="48" y="96"/>
                    </a:cubicBezTo>
                    <a:cubicBezTo>
                      <a:pt x="64" y="104"/>
                      <a:pt x="80" y="76"/>
                      <a:pt x="96" y="48"/>
                    </a:cubicBezTo>
                  </a:path>
                </a:pathLst>
              </a:custGeom>
              <a:noFill/>
              <a:ln w="19050" cmpd="sng">
                <a:solidFill>
                  <a:schemeClr val="accent1"/>
                </a:solidFill>
                <a:round/>
              </a:ln>
              <a:extLst>
                <a:ext uri="{909E8E84-426E-40DD-AFC4-6F175D3DCCD1}">
                  <a14:hiddenFill xmlns:a14="http://schemas.microsoft.com/office/drawing/2010/main">
                    <a:solidFill>
                      <a:schemeClr val="accent1"/>
                    </a:solidFill>
                  </a14:hiddenFill>
                </a:ext>
              </a:extLst>
            </p:spPr>
            <p:txBody>
              <a:bodyPr wrap="none" anchor="ctr"/>
              <a:p>
                <a:endParaRPr lang="zh-CN" altLang="en-US"/>
              </a:p>
            </p:txBody>
          </p:sp>
        </p:grpSp>
        <p:grpSp>
          <p:nvGrpSpPr>
            <p:cNvPr id="235583" name="Group 63"/>
            <p:cNvGrpSpPr/>
            <p:nvPr/>
          </p:nvGrpSpPr>
          <p:grpSpPr bwMode="auto">
            <a:xfrm>
              <a:off x="13938" y="4200"/>
              <a:ext cx="665" cy="1295"/>
              <a:chOff x="4615" y="1680"/>
              <a:chExt cx="266" cy="518"/>
            </a:xfrm>
          </p:grpSpPr>
          <p:sp>
            <p:nvSpPr>
              <p:cNvPr id="235584" name="Line 64"/>
              <p:cNvSpPr>
                <a:spLocks noChangeShapeType="1"/>
              </p:cNvSpPr>
              <p:nvPr/>
            </p:nvSpPr>
            <p:spPr bwMode="auto">
              <a:xfrm flipV="1">
                <a:off x="4752" y="1680"/>
                <a:ext cx="0" cy="288"/>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p>
                <a:endParaRPr lang="zh-CN" altLang="en-US"/>
              </a:p>
            </p:txBody>
          </p:sp>
          <p:graphicFrame>
            <p:nvGraphicFramePr>
              <p:cNvPr id="235585" name="Object 65"/>
              <p:cNvGraphicFramePr>
                <a:graphicFrameLocks noChangeAspect="1"/>
              </p:cNvGraphicFramePr>
              <p:nvPr/>
            </p:nvGraphicFramePr>
            <p:xfrm>
              <a:off x="4615" y="2011"/>
              <a:ext cx="266" cy="187"/>
            </p:xfrm>
            <a:graphic>
              <a:graphicData uri="http://schemas.openxmlformats.org/presentationml/2006/ole">
                <mc:AlternateContent xmlns:mc="http://schemas.openxmlformats.org/markup-compatibility/2006">
                  <mc:Choice xmlns:v="urn:schemas-microsoft-com:vml" Requires="v">
                    <p:oleObj spid="_x0000_s30289" name="Equation" r:id="rId24" imgW="11277600" imgH="7924800" progId="Equation.3">
                      <p:embed/>
                    </p:oleObj>
                  </mc:Choice>
                  <mc:Fallback>
                    <p:oleObj name="Equation" r:id="rId24" imgW="11277600" imgH="7924800" progId="Equation.3">
                      <p:embed/>
                      <p:pic>
                        <p:nvPicPr>
                          <p:cNvPr id="0" name="Object 6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15" y="2011"/>
                            <a:ext cx="266"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7738110" y="748030"/>
            <a:ext cx="3480435" cy="2962910"/>
          </a:xfrm>
          <a:prstGeom prst="rect">
            <a:avLst/>
          </a:prstGeom>
        </p:spPr>
      </p:pic>
      <p:grpSp>
        <p:nvGrpSpPr>
          <p:cNvPr id="7" name="组合 6"/>
          <p:cNvGrpSpPr/>
          <p:nvPr/>
        </p:nvGrpSpPr>
        <p:grpSpPr>
          <a:xfrm>
            <a:off x="467360" y="317500"/>
            <a:ext cx="6796405" cy="847725"/>
            <a:chOff x="736" y="500"/>
            <a:chExt cx="10504" cy="1244"/>
          </a:xfrm>
        </p:grpSpPr>
        <p:pic>
          <p:nvPicPr>
            <p:cNvPr id="4" name="图片 3"/>
            <p:cNvPicPr>
              <a:picLocks noChangeAspect="1"/>
            </p:cNvPicPr>
            <p:nvPr/>
          </p:nvPicPr>
          <p:blipFill>
            <a:blip r:embed="rId2"/>
            <a:srcRect r="5029"/>
            <a:stretch>
              <a:fillRect/>
            </a:stretch>
          </p:blipFill>
          <p:spPr>
            <a:xfrm>
              <a:off x="736" y="597"/>
              <a:ext cx="5684" cy="1050"/>
            </a:xfrm>
            <a:prstGeom prst="rect">
              <a:avLst/>
            </a:prstGeom>
          </p:spPr>
        </p:pic>
        <p:pic>
          <p:nvPicPr>
            <p:cNvPr id="6" name="图片 5"/>
            <p:cNvPicPr>
              <a:picLocks noChangeAspect="1"/>
            </p:cNvPicPr>
            <p:nvPr/>
          </p:nvPicPr>
          <p:blipFill>
            <a:blip r:embed="rId3"/>
            <a:stretch>
              <a:fillRect/>
            </a:stretch>
          </p:blipFill>
          <p:spPr>
            <a:xfrm>
              <a:off x="6816" y="500"/>
              <a:ext cx="4425" cy="1245"/>
            </a:xfrm>
            <a:prstGeom prst="rect">
              <a:avLst/>
            </a:prstGeom>
          </p:spPr>
        </p:pic>
      </p:grpSp>
      <p:grpSp>
        <p:nvGrpSpPr>
          <p:cNvPr id="9" name="组合 8"/>
          <p:cNvGrpSpPr/>
          <p:nvPr/>
        </p:nvGrpSpPr>
        <p:grpSpPr>
          <a:xfrm>
            <a:off x="60960" y="3288665"/>
            <a:ext cx="9992995" cy="855980"/>
            <a:chOff x="1451" y="3088"/>
            <a:chExt cx="15737" cy="1348"/>
          </a:xfrm>
        </p:grpSpPr>
        <p:pic>
          <p:nvPicPr>
            <p:cNvPr id="8" name="图片 7"/>
            <p:cNvPicPr>
              <a:picLocks noChangeAspect="1"/>
            </p:cNvPicPr>
            <p:nvPr/>
          </p:nvPicPr>
          <p:blipFill>
            <a:blip r:embed="rId4"/>
            <a:srcRect b="83310"/>
            <a:stretch>
              <a:fillRect/>
            </a:stretch>
          </p:blipFill>
          <p:spPr>
            <a:xfrm>
              <a:off x="1451" y="3088"/>
              <a:ext cx="6585" cy="1084"/>
            </a:xfrm>
            <a:prstGeom prst="rect">
              <a:avLst/>
            </a:prstGeom>
          </p:spPr>
        </p:pic>
        <p:pic>
          <p:nvPicPr>
            <p:cNvPr id="10" name="图片 9"/>
            <p:cNvPicPr>
              <a:picLocks noChangeAspect="1"/>
            </p:cNvPicPr>
            <p:nvPr/>
          </p:nvPicPr>
          <p:blipFill>
            <a:blip r:embed="rId4"/>
            <a:srcRect l="3872" t="19784" r="60030" b="64049"/>
            <a:stretch>
              <a:fillRect/>
            </a:stretch>
          </p:blipFill>
          <p:spPr>
            <a:xfrm>
              <a:off x="4366" y="3240"/>
              <a:ext cx="2377" cy="1050"/>
            </a:xfrm>
            <a:prstGeom prst="rect">
              <a:avLst/>
            </a:prstGeom>
          </p:spPr>
        </p:pic>
        <p:pic>
          <p:nvPicPr>
            <p:cNvPr id="11" name="图片 10"/>
            <p:cNvPicPr>
              <a:picLocks noChangeAspect="1"/>
            </p:cNvPicPr>
            <p:nvPr/>
          </p:nvPicPr>
          <p:blipFill>
            <a:blip r:embed="rId4"/>
            <a:srcRect l="6044" t="42509" r="63053" b="45866"/>
            <a:stretch>
              <a:fillRect/>
            </a:stretch>
          </p:blipFill>
          <p:spPr>
            <a:xfrm>
              <a:off x="6897" y="3335"/>
              <a:ext cx="2035" cy="755"/>
            </a:xfrm>
            <a:prstGeom prst="rect">
              <a:avLst/>
            </a:prstGeom>
          </p:spPr>
        </p:pic>
        <p:pic>
          <p:nvPicPr>
            <p:cNvPr id="12" name="图片 11"/>
            <p:cNvPicPr>
              <a:picLocks noChangeAspect="1"/>
            </p:cNvPicPr>
            <p:nvPr/>
          </p:nvPicPr>
          <p:blipFill>
            <a:blip r:embed="rId4"/>
            <a:srcRect l="6044" t="63033" r="19742" b="23449"/>
            <a:stretch>
              <a:fillRect/>
            </a:stretch>
          </p:blipFill>
          <p:spPr>
            <a:xfrm>
              <a:off x="8932" y="3240"/>
              <a:ext cx="4887" cy="878"/>
            </a:xfrm>
            <a:prstGeom prst="rect">
              <a:avLst/>
            </a:prstGeom>
          </p:spPr>
        </p:pic>
        <p:pic>
          <p:nvPicPr>
            <p:cNvPr id="13" name="图片 12"/>
            <p:cNvPicPr>
              <a:picLocks noChangeAspect="1"/>
            </p:cNvPicPr>
            <p:nvPr/>
          </p:nvPicPr>
          <p:blipFill>
            <a:blip r:embed="rId4"/>
            <a:srcRect l="6044" t="82802" r="40851" b="-1216"/>
            <a:stretch>
              <a:fillRect/>
            </a:stretch>
          </p:blipFill>
          <p:spPr>
            <a:xfrm>
              <a:off x="13692" y="3240"/>
              <a:ext cx="3497" cy="1196"/>
            </a:xfrm>
            <a:prstGeom prst="rect">
              <a:avLst/>
            </a:prstGeom>
          </p:spPr>
        </p:pic>
      </p:grpSp>
      <p:grpSp>
        <p:nvGrpSpPr>
          <p:cNvPr id="21" name="组合 20"/>
          <p:cNvGrpSpPr/>
          <p:nvPr/>
        </p:nvGrpSpPr>
        <p:grpSpPr>
          <a:xfrm>
            <a:off x="8189595" y="3959860"/>
            <a:ext cx="3717925" cy="2779395"/>
            <a:chOff x="12581" y="3309"/>
            <a:chExt cx="5855" cy="4377"/>
          </a:xfrm>
        </p:grpSpPr>
        <p:sp>
          <p:nvSpPr>
            <p:cNvPr id="14" name="流程图: 合并 13"/>
            <p:cNvSpPr/>
            <p:nvPr/>
          </p:nvSpPr>
          <p:spPr>
            <a:xfrm>
              <a:off x="13550" y="4423"/>
              <a:ext cx="1968" cy="1737"/>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5" name="椭圆 14"/>
            <p:cNvSpPr/>
            <p:nvPr/>
          </p:nvSpPr>
          <p:spPr>
            <a:xfrm>
              <a:off x="13550" y="4042"/>
              <a:ext cx="1983" cy="6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6" name="直接箭头连接符 15"/>
            <p:cNvCxnSpPr/>
            <p:nvPr/>
          </p:nvCxnSpPr>
          <p:spPr>
            <a:xfrm>
              <a:off x="12581" y="6160"/>
              <a:ext cx="474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13201" y="5327"/>
              <a:ext cx="2222" cy="2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14534" y="3518"/>
              <a:ext cx="0" cy="344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4422" y="6037"/>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O</a:t>
              </a:r>
              <a:endParaRPr lang="en-US" altLang="zh-CN" i="1">
                <a:latin typeface="Times New Roman" panose="02020603050405020304" pitchFamily="18" charset="0"/>
                <a:cs typeface="Times New Roman" panose="02020603050405020304" pitchFamily="18" charset="0"/>
              </a:endParaRPr>
            </a:p>
          </p:txBody>
        </p:sp>
        <p:sp>
          <p:nvSpPr>
            <p:cNvPr id="20" name="文本框 19"/>
            <p:cNvSpPr txBox="1"/>
            <p:nvPr/>
          </p:nvSpPr>
          <p:spPr>
            <a:xfrm>
              <a:off x="13423" y="7106"/>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x</a:t>
              </a:r>
              <a:endParaRPr lang="en-US" altLang="zh-CN" i="1">
                <a:latin typeface="Times New Roman" panose="02020603050405020304" pitchFamily="18" charset="0"/>
                <a:cs typeface="Times New Roman" panose="02020603050405020304" pitchFamily="18" charset="0"/>
              </a:endParaRPr>
            </a:p>
          </p:txBody>
        </p:sp>
        <p:sp>
          <p:nvSpPr>
            <p:cNvPr id="22" name="文本框 21"/>
            <p:cNvSpPr txBox="1"/>
            <p:nvPr/>
          </p:nvSpPr>
          <p:spPr>
            <a:xfrm>
              <a:off x="17326" y="5870"/>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y</a:t>
              </a:r>
              <a:endParaRPr lang="en-US" altLang="zh-CN" i="1">
                <a:latin typeface="Times New Roman" panose="02020603050405020304" pitchFamily="18" charset="0"/>
                <a:cs typeface="Times New Roman" panose="02020603050405020304" pitchFamily="18" charset="0"/>
              </a:endParaRPr>
            </a:p>
          </p:txBody>
        </p:sp>
        <p:sp>
          <p:nvSpPr>
            <p:cNvPr id="23" name="文本框 22"/>
            <p:cNvSpPr txBox="1"/>
            <p:nvPr/>
          </p:nvSpPr>
          <p:spPr>
            <a:xfrm>
              <a:off x="14718" y="3309"/>
              <a:ext cx="1111" cy="580"/>
            </a:xfrm>
            <a:prstGeom prst="rect">
              <a:avLst/>
            </a:prstGeom>
            <a:noFill/>
          </p:spPr>
          <p:txBody>
            <a:bodyPr wrap="square" rtlCol="0">
              <a:spAutoFit/>
            </a:bodyPr>
            <a:p>
              <a:r>
                <a:rPr lang="en-US" altLang="zh-CN" i="1">
                  <a:latin typeface="Times New Roman" panose="02020603050405020304" pitchFamily="18" charset="0"/>
                  <a:cs typeface="Times New Roman" panose="02020603050405020304" pitchFamily="18" charset="0"/>
                </a:rPr>
                <a:t>z</a:t>
              </a:r>
              <a:endParaRPr lang="en-US" altLang="zh-CN" i="1">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 name="组合 15"/>
          <p:cNvGrpSpPr/>
          <p:nvPr/>
        </p:nvGrpSpPr>
        <p:grpSpPr>
          <a:xfrm>
            <a:off x="975360" y="2267585"/>
            <a:ext cx="8122285" cy="4576445"/>
            <a:chOff x="563" y="3317"/>
            <a:chExt cx="12791" cy="7207"/>
          </a:xfrm>
        </p:grpSpPr>
        <p:pic>
          <p:nvPicPr>
            <p:cNvPr id="12" name="图片 11"/>
            <p:cNvPicPr>
              <a:picLocks noChangeAspect="1"/>
            </p:cNvPicPr>
            <p:nvPr/>
          </p:nvPicPr>
          <p:blipFill>
            <a:blip r:embed="rId1"/>
            <a:stretch>
              <a:fillRect/>
            </a:stretch>
          </p:blipFill>
          <p:spPr>
            <a:xfrm>
              <a:off x="862" y="3572"/>
              <a:ext cx="12492" cy="6953"/>
            </a:xfrm>
            <a:prstGeom prst="rect">
              <a:avLst/>
            </a:prstGeom>
          </p:spPr>
        </p:pic>
        <p:sp>
          <p:nvSpPr>
            <p:cNvPr id="13" name="矩形 12"/>
            <p:cNvSpPr/>
            <p:nvPr/>
          </p:nvSpPr>
          <p:spPr>
            <a:xfrm>
              <a:off x="563" y="3317"/>
              <a:ext cx="3218" cy="9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9635" y="5191"/>
              <a:ext cx="3546" cy="27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10672" y="3426"/>
              <a:ext cx="1564" cy="21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pic>
        <p:nvPicPr>
          <p:cNvPr id="7" name="图片 6"/>
          <p:cNvPicPr>
            <a:picLocks noChangeAspect="1"/>
          </p:cNvPicPr>
          <p:nvPr/>
        </p:nvPicPr>
        <p:blipFill>
          <a:blip r:embed="rId2"/>
          <a:stretch>
            <a:fillRect/>
          </a:stretch>
        </p:blipFill>
        <p:spPr>
          <a:xfrm>
            <a:off x="1024890" y="141605"/>
            <a:ext cx="8989060" cy="2047240"/>
          </a:xfrm>
          <a:prstGeom prst="rect">
            <a:avLst/>
          </a:prstGeom>
        </p:spPr>
      </p:pic>
      <p:sp>
        <p:nvSpPr>
          <p:cNvPr id="8" name="矩形 7"/>
          <p:cNvSpPr/>
          <p:nvPr/>
        </p:nvSpPr>
        <p:spPr>
          <a:xfrm>
            <a:off x="5229860" y="1575435"/>
            <a:ext cx="3959860" cy="101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9" name="图片 8"/>
          <p:cNvPicPr>
            <a:picLocks noChangeAspect="1"/>
          </p:cNvPicPr>
          <p:nvPr/>
        </p:nvPicPr>
        <p:blipFill>
          <a:blip r:embed="rId3"/>
          <a:stretch>
            <a:fillRect/>
          </a:stretch>
        </p:blipFill>
        <p:spPr>
          <a:xfrm>
            <a:off x="8759190" y="1929765"/>
            <a:ext cx="2270125" cy="2741930"/>
          </a:xfrm>
          <a:prstGeom prst="rect">
            <a:avLst/>
          </a:prstGeom>
        </p:spPr>
      </p:pic>
      <p:sp>
        <p:nvSpPr>
          <p:cNvPr id="10" name="矩形 9"/>
          <p:cNvSpPr/>
          <p:nvPr/>
        </p:nvSpPr>
        <p:spPr>
          <a:xfrm>
            <a:off x="8369935" y="1633220"/>
            <a:ext cx="946785" cy="635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39090" y="520065"/>
            <a:ext cx="11513820" cy="5460365"/>
          </a:xfrm>
          <a:prstGeom prst="rect">
            <a:avLst/>
          </a:prstGeom>
        </p:spPr>
      </p:pic>
      <p:sp>
        <p:nvSpPr>
          <p:cNvPr id="3" name="矩形 2"/>
          <p:cNvSpPr/>
          <p:nvPr/>
        </p:nvSpPr>
        <p:spPr>
          <a:xfrm>
            <a:off x="441960" y="1633220"/>
            <a:ext cx="5899785" cy="3937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p:cNvPicPr>
            <a:picLocks noChangeAspect="1"/>
          </p:cNvPicPr>
          <p:nvPr/>
        </p:nvPicPr>
        <p:blipFill>
          <a:blip r:embed="rId1"/>
          <a:stretch>
            <a:fillRect/>
          </a:stretch>
        </p:blipFill>
        <p:spPr>
          <a:xfrm>
            <a:off x="441960" y="520065"/>
            <a:ext cx="11513820" cy="54603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852295" y="158750"/>
            <a:ext cx="8486775" cy="6364605"/>
          </a:xfrm>
          <a:prstGeom prst="rect">
            <a:avLst/>
          </a:prstGeom>
        </p:spPr>
      </p:pic>
      <p:sp>
        <p:nvSpPr>
          <p:cNvPr id="2" name="矩形 1"/>
          <p:cNvSpPr/>
          <p:nvPr/>
        </p:nvSpPr>
        <p:spPr>
          <a:xfrm>
            <a:off x="1927860" y="1540510"/>
            <a:ext cx="3371215" cy="496443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4686935" y="1921510"/>
            <a:ext cx="1905000" cy="45605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6337935" y="4866005"/>
            <a:ext cx="2898140" cy="95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6591935" y="4370070"/>
            <a:ext cx="623570" cy="450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7088505" y="4519930"/>
            <a:ext cx="346710" cy="230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5356860" y="1252220"/>
            <a:ext cx="4895215" cy="381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1"/>
          <a:stretch>
            <a:fillRect/>
          </a:stretch>
        </p:blipFill>
        <p:spPr>
          <a:xfrm>
            <a:off x="1852295" y="163195"/>
            <a:ext cx="8486775" cy="6364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50720" y="185420"/>
            <a:ext cx="8649335" cy="6486525"/>
          </a:xfrm>
          <a:prstGeom prst="rect">
            <a:avLst/>
          </a:prstGeom>
        </p:spPr>
      </p:pic>
      <p:sp>
        <p:nvSpPr>
          <p:cNvPr id="3" name="矩形 2"/>
          <p:cNvSpPr/>
          <p:nvPr/>
        </p:nvSpPr>
        <p:spPr>
          <a:xfrm>
            <a:off x="2089150" y="2406650"/>
            <a:ext cx="5057140" cy="9925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2159000" y="3215005"/>
            <a:ext cx="3740150" cy="345630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5207000" y="4900295"/>
            <a:ext cx="2239645" cy="177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5829935" y="4530725"/>
            <a:ext cx="311785" cy="47371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5991860" y="2464435"/>
            <a:ext cx="4456430" cy="4006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7792720" y="1990725"/>
            <a:ext cx="1812925" cy="6699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8197215" y="1737360"/>
            <a:ext cx="1397000" cy="3117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2" name="图片 11"/>
          <p:cNvPicPr>
            <a:picLocks noChangeAspect="1"/>
          </p:cNvPicPr>
          <p:nvPr/>
        </p:nvPicPr>
        <p:blipFill>
          <a:blip r:embed="rId1"/>
          <a:stretch>
            <a:fillRect/>
          </a:stretch>
        </p:blipFill>
        <p:spPr>
          <a:xfrm>
            <a:off x="1950720" y="191770"/>
            <a:ext cx="8649335" cy="6486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82800" y="267970"/>
            <a:ext cx="8429625" cy="632206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326</Words>
  <Application>WPS 演示</Application>
  <PresentationFormat>宽屏</PresentationFormat>
  <Paragraphs>107</Paragraphs>
  <Slides>31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11</vt:i4>
      </vt:variant>
      <vt:variant>
        <vt:lpstr>幻灯片标题</vt:lpstr>
      </vt:variant>
      <vt:variant>
        <vt:i4>31</vt:i4>
      </vt:variant>
    </vt:vector>
  </HeadingPairs>
  <TitlesOfParts>
    <vt:vector size="50" baseType="lpstr">
      <vt:lpstr>Arial</vt:lpstr>
      <vt:lpstr>宋体</vt:lpstr>
      <vt:lpstr>Wingdings</vt:lpstr>
      <vt:lpstr>微软雅黑</vt:lpstr>
      <vt:lpstr>Calibri</vt:lpstr>
      <vt:lpstr>Arial Unicode MS</vt:lpstr>
      <vt:lpstr>Times New Roman</vt:lpstr>
      <vt:lpstr>Office 主题</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电磁学习题课1</vt:lpstr>
      <vt:lpstr>PowerPoint 演示文稿</vt:lpstr>
      <vt:lpstr>PowerPoint 演示文稿</vt:lpstr>
      <vt:lpstr>PowerPoint 演示文稿</vt:lpstr>
      <vt:lpstr>PowerPoint 演示文稿</vt:lpstr>
      <vt:lpstr>矢量的点乘与叉乘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qyw</cp:lastModifiedBy>
  <cp:revision>56</cp:revision>
  <dcterms:created xsi:type="dcterms:W3CDTF">2026-03-11T10:29:00Z</dcterms:created>
  <dcterms:modified xsi:type="dcterms:W3CDTF">2026-03-12T16:37:34Z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